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145708583" r:id="rId5"/>
    <p:sldId id="2147376758" r:id="rId6"/>
    <p:sldId id="2147376756" r:id="rId7"/>
    <p:sldId id="2147376759" r:id="rId19"/>
    <p:sldId id="2147376760" r:id="rId20"/>
    <p:sldId id="2147376761" r:id="rId21"/>
    <p:sldId id="2147376762" r:id="rId22"/>
    <p:sldId id="2147376763" r:id="rId23"/>
    <p:sldId id="2147376764" r:id="rId24"/>
    <p:sldId id="2147376765" r:id="rId25"/>
    <p:sldId id="2147376766" r:id="rId26"/>
    <p:sldId id="2147376767" r:id="rId27"/>
    <p:sldId id="2147376768" r:id="rId28"/>
    <p:sldId id="2147376769" r:id="rId29"/>
    <p:sldId id="2147376770" r:id="rId30"/>
    <p:sldId id="2147376771" r:id="rId31"/>
    <p:sldId id="2147376772" r:id="rId32"/>
    <p:sldId id="2147376773" r:id="rId33"/>
    <p:sldId id="2147376774" r:id="rId34"/>
    <p:sldId id="2147376775" r:id="rId35"/>
    <p:sldId id="2147376776" r:id="rId36"/>
    <p:sldId id="2147376777" r:id="rId37"/>
    <p:sldId id="2147376778" r:id="rId38"/>
    <p:sldId id="2147376779" r:id="rId39"/>
    <p:sldId id="2147376780" r:id="rId40"/>
    <p:sldId id="2147376781" r:id="rId41"/>
    <p:sldId id="2147376782" r:id="rId42"/>
    <p:sldId id="2147376783" r:id="rId43"/>
    <p:sldId id="2147376784" r:id="rId44"/>
    <p:sldId id="2147376785" r:id="rId45"/>
    <p:sldId id="2147376786" r:id="rId46"/>
    <p:sldId id="2147376754" r:id="rId9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3528">
          <p15:clr>
            <a:srgbClr val="A4A3A4"/>
          </p15:clr>
        </p15:guide>
        <p15:guide id="4" pos="408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E8183D-935B-A369-43C2-ED66CD4B44D8}" name="Hrdinka Matouš" initials="HM" userId="S::hrdinka@sotio.com::3d5f72af-2a94-4dd0-96f6-e47d9683dfe8" providerId="AD"/>
  <p188:author id="{E52A444B-5F7D-8CF3-2ACC-6FAE2A3FE597}" name="Steegmaier Martin" initials="MS" userId="S::steegmaier@sotio.com::77765bfc-4450-41ad-8e39-6494a9e2ff1c" providerId="AD"/>
  <p188:author id="{968D0264-FFA1-F7A6-7533-96A1A8B4CBC5}" name="Prenzel Norbert" initials="NP" userId="S::prenzel@sotio.com::20c8cee1-5f80-4f44-8171-73c98a213988" providerId="AD"/>
  <p188:author id="{761E53C5-8B26-3912-407A-386ECC4DB7C2}" name="Marášek Pavel" initials="PM" userId="S::marasek@sotio.com::4969f6bd-0a64-4ca2-be71-63f1df485b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A5D7F0"/>
    <a:srgbClr val="090909"/>
    <a:srgbClr val="F28C1A"/>
    <a:srgbClr val="FFEEB7"/>
    <a:srgbClr val="F6F6F6"/>
    <a:srgbClr val="ED1F3D"/>
    <a:srgbClr val="FFFFFF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1414B-551D-41F8-AB55-31DB0D2FEBF8}" v="5" dt="2026-05-21T08:34:38.497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40" y="1548"/>
      </p:cViewPr>
      <p:guideLst>
        <p:guide orient="horz" pos="2160"/>
        <p:guide pos="3840"/>
        <p:guide orient="horz" pos="3528"/>
        <p:guide pos="4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microsoft.com/office/2018/10/relationships/authors" Target="authors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sel Florian" userId="8981cc96-bc08-4151-a4bc-8da4b3255248" providerId="ADAL" clId="{5D00BAA2-A9B3-462B-9BA8-6C98ADD643A8}"/>
    <pc:docChg chg="custSel addSld delSld modSld">
      <pc:chgData name="Wessel Florian" userId="8981cc96-bc08-4151-a4bc-8da4b3255248" providerId="ADAL" clId="{5D00BAA2-A9B3-462B-9BA8-6C98ADD643A8}" dt="2026-05-21T08:34:38.497" v="471" actId="478"/>
      <pc:docMkLst>
        <pc:docMk/>
      </pc:docMkLst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0" sldId="257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0" sldId="258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0" sldId="265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3814799760" sldId="2141411969"/>
        </pc:sldMkLst>
      </pc:sldChg>
      <pc:sldChg chg="modSp mod">
        <pc:chgData name="Wessel Florian" userId="8981cc96-bc08-4151-a4bc-8da4b3255248" providerId="ADAL" clId="{5D00BAA2-A9B3-462B-9BA8-6C98ADD643A8}" dt="2026-05-21T08:33:54.282" v="467" actId="20577"/>
        <pc:sldMkLst>
          <pc:docMk/>
          <pc:sldMk cId="2521265422" sldId="2145708583"/>
        </pc:sldMkLst>
        <pc:spChg chg="mod">
          <ac:chgData name="Wessel Florian" userId="8981cc96-bc08-4151-a4bc-8da4b3255248" providerId="ADAL" clId="{5D00BAA2-A9B3-462B-9BA8-6C98ADD643A8}" dt="2026-05-21T08:33:39.819" v="448" actId="14100"/>
          <ac:spMkLst>
            <pc:docMk/>
            <pc:sldMk cId="2521265422" sldId="2145708583"/>
            <ac:spMk id="2" creationId="{4A5A5CCA-6ED2-4DC8-614C-C884D3C34772}"/>
          </ac:spMkLst>
        </pc:spChg>
        <pc:spChg chg="mod">
          <ac:chgData name="Wessel Florian" userId="8981cc96-bc08-4151-a4bc-8da4b3255248" providerId="ADAL" clId="{5D00BAA2-A9B3-462B-9BA8-6C98ADD643A8}" dt="2026-05-21T08:33:54.282" v="467" actId="20577"/>
          <ac:spMkLst>
            <pc:docMk/>
            <pc:sldMk cId="2521265422" sldId="2145708583"/>
            <ac:spMk id="3" creationId="{FC6C1046-5C0E-AFD1-D00C-F31B1D58F8EF}"/>
          </ac:spMkLst>
        </pc:spChg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830033817" sldId="2145708605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4020242600" sldId="2145708664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1926241929" sldId="2145708691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3890846405" sldId="2145708695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3007792524" sldId="2145708697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820979108" sldId="2145708698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861780050" sldId="2145708964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2438099631" sldId="2145708965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3511824054" sldId="2145708969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3944939223" sldId="2145708974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571753123" sldId="2145708975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102802752" sldId="2145708976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4228232240" sldId="2145708977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4118335204" sldId="2145708978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532288163" sldId="2145708979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109663808" sldId="2145708980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79602526" sldId="2145708981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557317862" sldId="2147376314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278246341" sldId="2147376316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1789214818" sldId="2147376327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410308541" sldId="2147376542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521971841" sldId="2147376588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2730679849" sldId="2147376590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1389573128" sldId="2147376591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1681569130" sldId="2147376592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745349005" sldId="2147376594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2144681647" sldId="2147376595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3086144761" sldId="2147376596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89844719" sldId="2147376598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944613395" sldId="2147376599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2227044875" sldId="2147376600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2361140853" sldId="2147376603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3792017619" sldId="2147376604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2419301475" sldId="2147376625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106471295" sldId="2147376627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2627867656" sldId="2147376629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2455843774" sldId="2147376633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202940003" sldId="2147376635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984116800" sldId="2147376638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4149354578" sldId="2147376639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2829531213" sldId="2147376740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365518234" sldId="2147376743"/>
        </pc:sldMkLst>
      </pc:sldChg>
      <pc:sldChg chg="add del">
        <pc:chgData name="Wessel Florian" userId="8981cc96-bc08-4151-a4bc-8da4b3255248" providerId="ADAL" clId="{5D00BAA2-A9B3-462B-9BA8-6C98ADD643A8}" dt="2026-05-21T07:53:00.702" v="15" actId="47"/>
        <pc:sldMkLst>
          <pc:docMk/>
          <pc:sldMk cId="3015819135" sldId="2147376755"/>
        </pc:sldMkLst>
      </pc:sldChg>
      <pc:sldChg chg="addSp delSp modSp new mod modClrScheme chgLayout">
        <pc:chgData name="Wessel Florian" userId="8981cc96-bc08-4151-a4bc-8da4b3255248" providerId="ADAL" clId="{5D00BAA2-A9B3-462B-9BA8-6C98ADD643A8}" dt="2026-05-21T07:51:09.309" v="14" actId="1076"/>
        <pc:sldMkLst>
          <pc:docMk/>
          <pc:sldMk cId="327878894" sldId="2147376756"/>
        </pc:sldMkLst>
        <pc:spChg chg="del mod ord">
          <ac:chgData name="Wessel Florian" userId="8981cc96-bc08-4151-a4bc-8da4b3255248" providerId="ADAL" clId="{5D00BAA2-A9B3-462B-9BA8-6C98ADD643A8}" dt="2026-05-21T07:50:26.427" v="4" actId="700"/>
          <ac:spMkLst>
            <pc:docMk/>
            <pc:sldMk cId="327878894" sldId="2147376756"/>
            <ac:spMk id="2" creationId="{CCCF9B8C-B2DA-56FB-0AE1-B2607AC8BD8F}"/>
          </ac:spMkLst>
        </pc:spChg>
        <pc:spChg chg="add del mod ord">
          <ac:chgData name="Wessel Florian" userId="8981cc96-bc08-4151-a4bc-8da4b3255248" providerId="ADAL" clId="{5D00BAA2-A9B3-462B-9BA8-6C98ADD643A8}" dt="2026-05-21T07:50:54.297" v="11" actId="700"/>
          <ac:spMkLst>
            <pc:docMk/>
            <pc:sldMk cId="327878894" sldId="2147376756"/>
            <ac:spMk id="3" creationId="{1BCB8AAE-94F7-0B8C-09BA-CF8419E25BC8}"/>
          </ac:spMkLst>
        </pc:spChg>
        <pc:spChg chg="add del mod ord">
          <ac:chgData name="Wessel Florian" userId="8981cc96-bc08-4151-a4bc-8da4b3255248" providerId="ADAL" clId="{5D00BAA2-A9B3-462B-9BA8-6C98ADD643A8}" dt="2026-05-21T07:50:54.297" v="11" actId="700"/>
          <ac:spMkLst>
            <pc:docMk/>
            <pc:sldMk cId="327878894" sldId="2147376756"/>
            <ac:spMk id="4" creationId="{24DF04AD-AB7F-4082-2170-176B6EAC82A7}"/>
          </ac:spMkLst>
        </pc:spChg>
        <pc:spChg chg="add del mod ord">
          <ac:chgData name="Wessel Florian" userId="8981cc96-bc08-4151-a4bc-8da4b3255248" providerId="ADAL" clId="{5D00BAA2-A9B3-462B-9BA8-6C98ADD643A8}" dt="2026-05-21T07:50:54.297" v="11" actId="700"/>
          <ac:spMkLst>
            <pc:docMk/>
            <pc:sldMk cId="327878894" sldId="2147376756"/>
            <ac:spMk id="5" creationId="{1094A868-0E9C-100C-85EF-3EFDC612656E}"/>
          </ac:spMkLst>
        </pc:spChg>
        <pc:spChg chg="add mod ord">
          <ac:chgData name="Wessel Florian" userId="8981cc96-bc08-4151-a4bc-8da4b3255248" providerId="ADAL" clId="{5D00BAA2-A9B3-462B-9BA8-6C98ADD643A8}" dt="2026-05-21T07:50:54.297" v="11" actId="700"/>
          <ac:spMkLst>
            <pc:docMk/>
            <pc:sldMk cId="327878894" sldId="2147376756"/>
            <ac:spMk id="7" creationId="{A35F2AF3-9F0D-748E-0298-FD6815E1EED8}"/>
          </ac:spMkLst>
        </pc:spChg>
        <pc:spChg chg="add mod ord">
          <ac:chgData name="Wessel Florian" userId="8981cc96-bc08-4151-a4bc-8da4b3255248" providerId="ADAL" clId="{5D00BAA2-A9B3-462B-9BA8-6C98ADD643A8}" dt="2026-05-21T07:50:54.297" v="11" actId="700"/>
          <ac:spMkLst>
            <pc:docMk/>
            <pc:sldMk cId="327878894" sldId="2147376756"/>
            <ac:spMk id="8" creationId="{CDBF65EA-6415-143C-EC73-2340A4B74066}"/>
          </ac:spMkLst>
        </pc:spChg>
        <pc:spChg chg="add mod ord">
          <ac:chgData name="Wessel Florian" userId="8981cc96-bc08-4151-a4bc-8da4b3255248" providerId="ADAL" clId="{5D00BAA2-A9B3-462B-9BA8-6C98ADD643A8}" dt="2026-05-21T07:50:54.297" v="11" actId="700"/>
          <ac:spMkLst>
            <pc:docMk/>
            <pc:sldMk cId="327878894" sldId="2147376756"/>
            <ac:spMk id="9" creationId="{6B0874E1-3080-7253-C34E-77CF27C0014F}"/>
          </ac:spMkLst>
        </pc:spChg>
        <pc:picChg chg="add mod modCrop">
          <ac:chgData name="Wessel Florian" userId="8981cc96-bc08-4151-a4bc-8da4b3255248" providerId="ADAL" clId="{5D00BAA2-A9B3-462B-9BA8-6C98ADD643A8}" dt="2026-05-21T07:51:09.309" v="14" actId="1076"/>
          <ac:picMkLst>
            <pc:docMk/>
            <pc:sldMk cId="327878894" sldId="2147376756"/>
            <ac:picMk id="6" creationId="{431EF9EE-089D-C8C5-32B8-7205156E9764}"/>
          </ac:picMkLst>
        </pc:picChg>
      </pc:sldChg>
      <pc:sldChg chg="new">
        <pc:chgData name="Wessel Florian" userId="8981cc96-bc08-4151-a4bc-8da4b3255248" providerId="ADAL" clId="{5D00BAA2-A9B3-462B-9BA8-6C98ADD643A8}" dt="2026-05-21T07:53:00.718" v="16" actId="680"/>
        <pc:sldMkLst>
          <pc:docMk/>
          <pc:sldMk cId="2118514863" sldId="2147376757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249073236" sldId="2147376758"/>
        </pc:sldMkLst>
      </pc:sldChg>
      <pc:sldChg chg="addSp delSp modSp new mod modClrScheme chgLayout">
        <pc:chgData name="Wessel Florian" userId="8981cc96-bc08-4151-a4bc-8da4b3255248" providerId="ADAL" clId="{5D00BAA2-A9B3-462B-9BA8-6C98ADD643A8}" dt="2026-05-21T08:34:38.497" v="471" actId="478"/>
        <pc:sldMkLst>
          <pc:docMk/>
          <pc:sldMk cId="2269192401" sldId="2147376758"/>
        </pc:sldMkLst>
        <pc:spChg chg="del mod ord">
          <ac:chgData name="Wessel Florian" userId="8981cc96-bc08-4151-a4bc-8da4b3255248" providerId="ADAL" clId="{5D00BAA2-A9B3-462B-9BA8-6C98ADD643A8}" dt="2026-05-21T07:53:39.443" v="18" actId="700"/>
          <ac:spMkLst>
            <pc:docMk/>
            <pc:sldMk cId="2269192401" sldId="2147376758"/>
            <ac:spMk id="2" creationId="{33B33CE3-64EA-FD6D-037C-70971C4D90BA}"/>
          </ac:spMkLst>
        </pc:spChg>
        <pc:spChg chg="add mod ord">
          <ac:chgData name="Wessel Florian" userId="8981cc96-bc08-4151-a4bc-8da4b3255248" providerId="ADAL" clId="{5D00BAA2-A9B3-462B-9BA8-6C98ADD643A8}" dt="2026-05-21T07:53:42.562" v="24" actId="20577"/>
          <ac:spMkLst>
            <pc:docMk/>
            <pc:sldMk cId="2269192401" sldId="2147376758"/>
            <ac:spMk id="3" creationId="{8F9576AA-7976-B36D-91D5-13F80FED7569}"/>
          </ac:spMkLst>
        </pc:spChg>
        <pc:spChg chg="add mod ord">
          <ac:chgData name="Wessel Florian" userId="8981cc96-bc08-4151-a4bc-8da4b3255248" providerId="ADAL" clId="{5D00BAA2-A9B3-462B-9BA8-6C98ADD643A8}" dt="2026-05-21T07:53:39.443" v="18" actId="700"/>
          <ac:spMkLst>
            <pc:docMk/>
            <pc:sldMk cId="2269192401" sldId="2147376758"/>
            <ac:spMk id="4" creationId="{14002C24-BD7E-6949-9BB8-71428AF76A40}"/>
          </ac:spMkLst>
        </pc:spChg>
        <pc:spChg chg="add del mod ord">
          <ac:chgData name="Wessel Florian" userId="8981cc96-bc08-4151-a4bc-8da4b3255248" providerId="ADAL" clId="{5D00BAA2-A9B3-462B-9BA8-6C98ADD643A8}" dt="2026-05-21T08:34:38.497" v="471" actId="478"/>
          <ac:spMkLst>
            <pc:docMk/>
            <pc:sldMk cId="2269192401" sldId="2147376758"/>
            <ac:spMk id="5" creationId="{48BB97C4-B6CB-3479-EBD0-65C8994A82C3}"/>
          </ac:spMkLst>
        </pc:spChg>
        <pc:spChg chg="add mod">
          <ac:chgData name="Wessel Florian" userId="8981cc96-bc08-4151-a4bc-8da4b3255248" providerId="ADAL" clId="{5D00BAA2-A9B3-462B-9BA8-6C98ADD643A8}" dt="2026-05-21T08:34:29.211" v="470" actId="20577"/>
          <ac:spMkLst>
            <pc:docMk/>
            <pc:sldMk cId="2269192401" sldId="2147376758"/>
            <ac:spMk id="6" creationId="{BC577810-4904-F56B-16D4-BA7E40DE10CF}"/>
          </ac:spMkLst>
        </pc:spChg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3940750419" sldId="2147376759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1969676386" sldId="2147376761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1804183349" sldId="2147376762"/>
        </pc:sldMkLst>
      </pc:sldChg>
      <pc:sldChg chg="del">
        <pc:chgData name="Wessel Florian" userId="8981cc96-bc08-4151-a4bc-8da4b3255248" providerId="ADAL" clId="{5D00BAA2-A9B3-462B-9BA8-6C98ADD643A8}" dt="2026-05-21T07:49:52.250" v="0" actId="47"/>
        <pc:sldMkLst>
          <pc:docMk/>
          <pc:sldMk cId="2976525438" sldId="2147376763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43990648" sldId="2147376764"/>
        </pc:sldMkLst>
      </pc:sldChg>
      <pc:sldChg chg="del">
        <pc:chgData name="Wessel Florian" userId="8981cc96-bc08-4151-a4bc-8da4b3255248" providerId="ADAL" clId="{5D00BAA2-A9B3-462B-9BA8-6C98ADD643A8}" dt="2026-05-21T07:49:58.985" v="1" actId="47"/>
        <pc:sldMkLst>
          <pc:docMk/>
          <pc:sldMk cId="565545317" sldId="2147376765"/>
        </pc:sldMkLst>
      </pc:sldChg>
      <pc:sldMasterChg chg="delSldLayout">
        <pc:chgData name="Wessel Florian" userId="8981cc96-bc08-4151-a4bc-8da4b3255248" providerId="ADAL" clId="{5D00BAA2-A9B3-462B-9BA8-6C98ADD643A8}" dt="2026-05-21T07:49:52.250" v="0" actId="47"/>
        <pc:sldMasterMkLst>
          <pc:docMk/>
          <pc:sldMasterMk cId="0" sldId="2147483660"/>
        </pc:sldMasterMkLst>
        <pc:sldLayoutChg chg="del">
          <pc:chgData name="Wessel Florian" userId="8981cc96-bc08-4151-a4bc-8da4b3255248" providerId="ADAL" clId="{5D00BAA2-A9B3-462B-9BA8-6C98ADD643A8}" dt="2026-05-21T07:49:52.250" v="0" actId="47"/>
          <pc:sldLayoutMkLst>
            <pc:docMk/>
            <pc:sldMasterMk cId="0" sldId="2147483660"/>
            <pc:sldLayoutMk cId="1059784982" sldId="2147483846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B5FD65-1952-1FC8-A495-07E56E16F4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87E3E-E33B-CEFD-D605-28AF544CC6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592A3-B4F3-4ED4-ABB6-33A4E4903C4B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3AE0C-2A95-5902-8CD9-0F7AEB9F11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E0BE3-4BCE-5B09-05EB-7E492ED7C6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CA28B-8465-44A1-813C-48AC818BF6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313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21B929-2FE2-7160-7FE9-B516670F7A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9E908-DEE2-63BC-A9CB-7B938BE236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364AE1C-5E3C-49BA-82C6-2C2B948B419E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2D08AE0-5BAB-7DC4-9A4F-51A67AB85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69ECBB4-AB14-4BB2-4164-C14FA0C74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D8631-DFC1-94B5-6411-4FBE3C8B67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33DAA-A85A-4B62-1CCC-85A553D81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F31F407-6DB5-45B1-B69F-6CD1E7107E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ont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A5CC89-4258-F71B-CF25-9466F9A5AFCF}"/>
              </a:ext>
            </a:extLst>
          </p:cNvPr>
          <p:cNvSpPr/>
          <p:nvPr userDrawn="1"/>
        </p:nvSpPr>
        <p:spPr>
          <a:xfrm>
            <a:off x="0" y="-7937"/>
            <a:ext cx="7966075" cy="646112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8" descr="A blue logo with a circle&#10;&#10;Description automatically generated">
            <a:extLst>
              <a:ext uri="{FF2B5EF4-FFF2-40B4-BE49-F238E27FC236}">
                <a16:creationId xmlns:a16="http://schemas.microsoft.com/office/drawing/2014/main" id="{64B80530-ED1C-037D-A679-9361CEAD287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2386013"/>
            <a:ext cx="3867150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B313AC5-4AB3-9399-BBD6-EA168844F226}"/>
              </a:ext>
            </a:extLst>
          </p:cNvPr>
          <p:cNvSpPr/>
          <p:nvPr userDrawn="1"/>
        </p:nvSpPr>
        <p:spPr>
          <a:xfrm>
            <a:off x="7966074" y="0"/>
            <a:ext cx="4160823" cy="5592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F7ADEB2-7354-79C3-95D1-11B7347A6F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706568"/>
            <a:ext cx="7966073" cy="2396202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895350" indent="0">
              <a:defRPr lang="cs-CZ" sz="8800" dirty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/>
              <a:t>SOTIO</a:t>
            </a:r>
            <a:br>
              <a:rPr lang="en-US"/>
            </a:br>
            <a:r>
              <a:rPr lang="en-US"/>
              <a:t>BIOTECH</a:t>
            </a:r>
            <a:endParaRPr lang="cs-CZ"/>
          </a:p>
        </p:txBody>
      </p:sp>
      <p:sp>
        <p:nvSpPr>
          <p:cNvPr id="9" name="Zástupný text 7" descr="Podnadpis">
            <a:extLst>
              <a:ext uri="{FF2B5EF4-FFF2-40B4-BE49-F238E27FC236}">
                <a16:creationId xmlns:a16="http://schemas.microsoft.com/office/drawing/2014/main" id="{8A4FAA6A-90DD-6120-605D-6E5D3DEB0B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110709"/>
            <a:ext cx="7966075" cy="3342480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985838" indent="0">
              <a:spcBef>
                <a:spcPts val="0"/>
              </a:spcBef>
              <a:buNone/>
              <a:defRPr lang="cs-CZ" sz="2400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Presentation Title</a:t>
            </a:r>
            <a:br>
              <a:rPr lang="en-US"/>
            </a:br>
            <a:br>
              <a:rPr lang="en-US"/>
            </a:br>
            <a:r>
              <a:rPr lang="en-US" b="0"/>
              <a:t>Author</a:t>
            </a:r>
            <a:br>
              <a:rPr lang="en-US" b="0"/>
            </a:br>
            <a:r>
              <a:rPr lang="en-US" b="0"/>
              <a:t>Position</a:t>
            </a:r>
            <a:br>
              <a:rPr lang="en-US" b="0"/>
            </a:br>
            <a:br>
              <a:rPr lang="en-US" b="0"/>
            </a:br>
            <a:r>
              <a:rPr lang="en-US" b="0"/>
              <a:t>Conference or purpose</a:t>
            </a:r>
            <a:br>
              <a:rPr lang="en-US" b="0"/>
            </a:br>
            <a:r>
              <a:rPr lang="en-US" b="0"/>
              <a:t>Day Month Year</a:t>
            </a:r>
            <a:endParaRPr lang="cs-CZ" b="0"/>
          </a:p>
        </p:txBody>
      </p:sp>
    </p:spTree>
    <p:extLst>
      <p:ext uri="{BB962C8B-B14F-4D97-AF65-F5344CB8AC3E}">
        <p14:creationId xmlns:p14="http://schemas.microsoft.com/office/powerpoint/2010/main" val="143919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8">
            <a:extLst>
              <a:ext uri="{FF2B5EF4-FFF2-40B4-BE49-F238E27FC236}">
                <a16:creationId xmlns:a16="http://schemas.microsoft.com/office/drawing/2014/main" id="{44DB86C2-AD46-D8B2-D52C-3DA095D29391}"/>
              </a:ext>
            </a:extLst>
          </p:cNvPr>
          <p:cNvSpPr/>
          <p:nvPr userDrawn="1"/>
        </p:nvSpPr>
        <p:spPr>
          <a:xfrm>
            <a:off x="10023475" y="0"/>
            <a:ext cx="2168525" cy="1096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7B6D5917-9440-0850-E16C-64F66031E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4" y="639762"/>
            <a:ext cx="11287345" cy="2416173"/>
          </a:xfrm>
          <a:noFill/>
          <a:ln>
            <a:noFill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algn="l">
              <a:lnSpc>
                <a:spcPts val="6000"/>
              </a:lnSpc>
              <a:defRPr lang="cs-CZ" sz="60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Section divider</a:t>
            </a:r>
            <a:endParaRPr lang="cs-CZ"/>
          </a:p>
        </p:txBody>
      </p:sp>
      <p:sp>
        <p:nvSpPr>
          <p:cNvPr id="4" name="Obdélník 2">
            <a:extLst>
              <a:ext uri="{FF2B5EF4-FFF2-40B4-BE49-F238E27FC236}">
                <a16:creationId xmlns:a16="http://schemas.microsoft.com/office/drawing/2014/main" id="{C1BDD08E-29A1-8752-94E7-67B8B0114DA1}"/>
              </a:ext>
            </a:extLst>
          </p:cNvPr>
          <p:cNvSpPr/>
          <p:nvPr userDrawn="1"/>
        </p:nvSpPr>
        <p:spPr>
          <a:xfrm>
            <a:off x="0" y="6513513"/>
            <a:ext cx="850900" cy="3444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ED4AFC-55D7-D7F3-DB2A-E948E6F54144}"/>
              </a:ext>
            </a:extLst>
          </p:cNvPr>
          <p:cNvCxnSpPr>
            <a:cxnSpLocks/>
          </p:cNvCxnSpPr>
          <p:nvPr userDrawn="1"/>
        </p:nvCxnSpPr>
        <p:spPr>
          <a:xfrm>
            <a:off x="-1200" y="3055938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ástupný symbol pro číslo snímku 5">
            <a:extLst>
              <a:ext uri="{FF2B5EF4-FFF2-40B4-BE49-F238E27FC236}">
                <a16:creationId xmlns:a16="http://schemas.microsoft.com/office/drawing/2014/main" id="{69F0C0F3-E418-A648-8481-620AA723D434}"/>
              </a:ext>
            </a:extLst>
          </p:cNvPr>
          <p:cNvSpPr txBox="1">
            <a:spLocks/>
          </p:cNvSpPr>
          <p:nvPr userDrawn="1"/>
        </p:nvSpPr>
        <p:spPr>
          <a:xfrm>
            <a:off x="-1" y="6492875"/>
            <a:ext cx="1642369" cy="365125"/>
          </a:xfrm>
          <a:prstGeom prst="rect">
            <a:avLst/>
          </a:prstGeom>
        </p:spPr>
        <p:txBody>
          <a:bodyPr rIns="0" bIns="90000" anchor="b"/>
          <a:lstStyle>
            <a:defPPr>
              <a:defRPr lang="cs-CZ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500" kern="1200" smtClean="0">
                <a:solidFill>
                  <a:schemeClr val="bg2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/>
              <a:t>PAGE</a:t>
            </a:r>
            <a:r>
              <a:rPr lang="en-US"/>
              <a:t> </a:t>
            </a:r>
            <a:fld id="{1ABCFF83-0968-4A19-895C-5CC5A6ECDA97}" type="slidenum">
              <a:rPr lang="cs-CZ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cs-CZ"/>
          </a:p>
          <a:p>
            <a:pPr>
              <a:defRPr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742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_slide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ástupný text 7" descr="Podnadpis">
            <a:extLst>
              <a:ext uri="{FF2B5EF4-FFF2-40B4-BE49-F238E27FC236}">
                <a16:creationId xmlns:a16="http://schemas.microsoft.com/office/drawing/2014/main" id="{107D2F9A-F599-6648-766F-2E851F3F9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3273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_slide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ástupný text 7" descr="Podnadpis">
            <a:extLst>
              <a:ext uri="{FF2B5EF4-FFF2-40B4-BE49-F238E27FC236}">
                <a16:creationId xmlns:a16="http://schemas.microsoft.com/office/drawing/2014/main" id="{107D2F9A-F599-6648-766F-2E851F3F9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504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_slide_with_half-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" name="Picture 9">
            <a:extLst>
              <a:ext uri="{FF2B5EF4-FFF2-40B4-BE49-F238E27FC236}">
                <a16:creationId xmlns:a16="http://schemas.microsoft.com/office/drawing/2014/main" id="{0311555B-44FA-2ECD-BA11-3082837962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6200000">
            <a:off x="-252687" y="1353699"/>
            <a:ext cx="1010748" cy="505374"/>
          </a:xfrm>
          <a:prstGeom prst="rect">
            <a:avLst/>
          </a:prstGeom>
        </p:spPr>
      </p:pic>
      <p:sp>
        <p:nvSpPr>
          <p:cNvPr id="8" name="Zástupný text 7" descr="Podnadpis">
            <a:extLst>
              <a:ext uri="{FF2B5EF4-FFF2-40B4-BE49-F238E27FC236}">
                <a16:creationId xmlns:a16="http://schemas.microsoft.com/office/drawing/2014/main" id="{03CE79F8-D5CF-2B41-D9F7-ACD3DAC0AD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817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_left_TXT_right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Zástupný text 7" descr="Podnadpis">
            <a:extLst>
              <a:ext uri="{FF2B5EF4-FFF2-40B4-BE49-F238E27FC236}">
                <a16:creationId xmlns:a16="http://schemas.microsoft.com/office/drawing/2014/main" id="{1257C560-946F-4A8E-7E40-A11A63662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E25EAD-4EA3-1599-2078-D8E56B8772D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62562" y="1504950"/>
            <a:ext cx="6753424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278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_left_TX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Zástupný text 7" descr="Podnadpis">
            <a:extLst>
              <a:ext uri="{FF2B5EF4-FFF2-40B4-BE49-F238E27FC236}">
                <a16:creationId xmlns:a16="http://schemas.microsoft.com/office/drawing/2014/main" id="{1257C560-946F-4A8E-7E40-A11A63662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E25EAD-4EA3-1599-2078-D8E56B8772D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62562" y="1504950"/>
            <a:ext cx="6753424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031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XT_left_PIC_right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Zástupný text 7" descr="Podnadpis">
            <a:extLst>
              <a:ext uri="{FF2B5EF4-FFF2-40B4-BE49-F238E27FC236}">
                <a16:creationId xmlns:a16="http://schemas.microsoft.com/office/drawing/2014/main" id="{DA828016-07A9-268E-4EFD-349CF9B5A0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D4F38C-FBE7-F8A4-F183-5934B2137C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924" y="1504950"/>
            <a:ext cx="6753424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264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XT_left_PIC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Zástupný text 7" descr="Podnadpis">
            <a:extLst>
              <a:ext uri="{FF2B5EF4-FFF2-40B4-BE49-F238E27FC236}">
                <a16:creationId xmlns:a16="http://schemas.microsoft.com/office/drawing/2014/main" id="{DA828016-07A9-268E-4EFD-349CF9B5A0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D4F38C-FBE7-F8A4-F183-5934B2137C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924" y="1504950"/>
            <a:ext cx="6753424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404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2_sections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0833131-3046-2E7B-F822-CF21E85A5760}"/>
              </a:ext>
            </a:extLst>
          </p:cNvPr>
          <p:cNvGrpSpPr/>
          <p:nvPr userDrawn="1"/>
        </p:nvGrpSpPr>
        <p:grpSpPr>
          <a:xfrm>
            <a:off x="380999" y="1357638"/>
            <a:ext cx="312531" cy="2246851"/>
            <a:chOff x="380999" y="1357638"/>
            <a:chExt cx="312531" cy="224685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932919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8BC5AB7-1992-C79F-C83D-190C6A02FC5B}"/>
              </a:ext>
            </a:extLst>
          </p:cNvPr>
          <p:cNvGrpSpPr/>
          <p:nvPr userDrawn="1"/>
        </p:nvGrpSpPr>
        <p:grpSpPr>
          <a:xfrm>
            <a:off x="380999" y="3904755"/>
            <a:ext cx="312531" cy="2243540"/>
            <a:chOff x="380999" y="3904755"/>
            <a:chExt cx="312531" cy="224354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4218687"/>
              <a:ext cx="0" cy="192960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3904755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AEAC4B-E367-039D-B201-C5C9ADE71B02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F6FA9-5836-E718-57B2-5F80B4967FFD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Zástupný obsah 2">
            <a:extLst>
              <a:ext uri="{FF2B5EF4-FFF2-40B4-BE49-F238E27FC236}">
                <a16:creationId xmlns:a16="http://schemas.microsoft.com/office/drawing/2014/main" id="{BEEB41E4-00B2-9979-AC97-B911E0B412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3111" y="1662427"/>
            <a:ext cx="11162876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100" name="Zástupný obsah 2">
            <a:extLst>
              <a:ext uri="{FF2B5EF4-FFF2-40B4-BE49-F238E27FC236}">
                <a16:creationId xmlns:a16="http://schemas.microsoft.com/office/drawing/2014/main" id="{23A25465-8C32-9B79-B075-1FB2CB2424F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53111" y="4214822"/>
            <a:ext cx="11162876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944FC7-FB12-78B2-A463-7E65BD2E009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3110" y="1327301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1" name="Zástupný obsah 2">
            <a:extLst>
              <a:ext uri="{FF2B5EF4-FFF2-40B4-BE49-F238E27FC236}">
                <a16:creationId xmlns:a16="http://schemas.microsoft.com/office/drawing/2014/main" id="{347AD199-B51A-6922-B04A-C3C35DC365B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53110" y="3873029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5" name="Zástupný text 7" descr="Podnadpis">
            <a:extLst>
              <a:ext uri="{FF2B5EF4-FFF2-40B4-BE49-F238E27FC236}">
                <a16:creationId xmlns:a16="http://schemas.microsoft.com/office/drawing/2014/main" id="{DCA9E4AA-65DB-A39A-2616-0774BF094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8198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2_sections_horizontal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0833131-3046-2E7B-F822-CF21E85A5760}"/>
              </a:ext>
            </a:extLst>
          </p:cNvPr>
          <p:cNvGrpSpPr/>
          <p:nvPr userDrawn="1"/>
        </p:nvGrpSpPr>
        <p:grpSpPr>
          <a:xfrm>
            <a:off x="380999" y="1357638"/>
            <a:ext cx="312531" cy="2246851"/>
            <a:chOff x="380999" y="1357638"/>
            <a:chExt cx="312531" cy="224685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932919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8BC5AB7-1992-C79F-C83D-190C6A02FC5B}"/>
              </a:ext>
            </a:extLst>
          </p:cNvPr>
          <p:cNvGrpSpPr/>
          <p:nvPr userDrawn="1"/>
        </p:nvGrpSpPr>
        <p:grpSpPr>
          <a:xfrm>
            <a:off x="380999" y="3904755"/>
            <a:ext cx="312531" cy="2243540"/>
            <a:chOff x="380999" y="3904755"/>
            <a:chExt cx="312531" cy="224354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4218687"/>
              <a:ext cx="0" cy="192960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3904755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AEAC4B-E367-039D-B201-C5C9ADE71B02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F6FA9-5836-E718-57B2-5F80B4967FFD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Zástupný obsah 2">
            <a:extLst>
              <a:ext uri="{FF2B5EF4-FFF2-40B4-BE49-F238E27FC236}">
                <a16:creationId xmlns:a16="http://schemas.microsoft.com/office/drawing/2014/main" id="{BEEB41E4-00B2-9979-AC97-B911E0B412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3111" y="1662427"/>
            <a:ext cx="11162876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100" name="Zástupný obsah 2">
            <a:extLst>
              <a:ext uri="{FF2B5EF4-FFF2-40B4-BE49-F238E27FC236}">
                <a16:creationId xmlns:a16="http://schemas.microsoft.com/office/drawing/2014/main" id="{23A25465-8C32-9B79-B075-1FB2CB2424F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53111" y="4214822"/>
            <a:ext cx="11162876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944FC7-FB12-78B2-A463-7E65BD2E009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3110" y="1327301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1" name="Zástupný obsah 2">
            <a:extLst>
              <a:ext uri="{FF2B5EF4-FFF2-40B4-BE49-F238E27FC236}">
                <a16:creationId xmlns:a16="http://schemas.microsoft.com/office/drawing/2014/main" id="{347AD199-B51A-6922-B04A-C3C35DC365B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53110" y="3873029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5" name="Zástupný text 7" descr="Podnadpis">
            <a:extLst>
              <a:ext uri="{FF2B5EF4-FFF2-40B4-BE49-F238E27FC236}">
                <a16:creationId xmlns:a16="http://schemas.microsoft.com/office/drawing/2014/main" id="{DCA9E4AA-65DB-A39A-2616-0774BF094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199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2_sections_PIC_right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0833131-3046-2E7B-F822-CF21E85A5760}"/>
              </a:ext>
            </a:extLst>
          </p:cNvPr>
          <p:cNvGrpSpPr/>
          <p:nvPr userDrawn="1"/>
        </p:nvGrpSpPr>
        <p:grpSpPr>
          <a:xfrm>
            <a:off x="380999" y="1357638"/>
            <a:ext cx="312531" cy="2246851"/>
            <a:chOff x="380999" y="1357638"/>
            <a:chExt cx="312531" cy="224685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932919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8BC5AB7-1992-C79F-C83D-190C6A02FC5B}"/>
              </a:ext>
            </a:extLst>
          </p:cNvPr>
          <p:cNvGrpSpPr/>
          <p:nvPr userDrawn="1"/>
        </p:nvGrpSpPr>
        <p:grpSpPr>
          <a:xfrm>
            <a:off x="380999" y="3904755"/>
            <a:ext cx="312531" cy="2243540"/>
            <a:chOff x="380999" y="3904755"/>
            <a:chExt cx="312531" cy="224354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4218687"/>
              <a:ext cx="0" cy="192960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3904755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AEAC4B-E367-039D-B201-C5C9ADE71B02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F6FA9-5836-E718-57B2-5F80B4967FFD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Zástupný obsah 2">
            <a:extLst>
              <a:ext uri="{FF2B5EF4-FFF2-40B4-BE49-F238E27FC236}">
                <a16:creationId xmlns:a16="http://schemas.microsoft.com/office/drawing/2014/main" id="{BEEB41E4-00B2-9979-AC97-B911E0B412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3111" y="1662427"/>
            <a:ext cx="6443234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100" name="Zástupný obsah 2">
            <a:extLst>
              <a:ext uri="{FF2B5EF4-FFF2-40B4-BE49-F238E27FC236}">
                <a16:creationId xmlns:a16="http://schemas.microsoft.com/office/drawing/2014/main" id="{23A25465-8C32-9B79-B075-1FB2CB2424F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53111" y="4214822"/>
            <a:ext cx="6443234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944FC7-FB12-78B2-A463-7E65BD2E009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3110" y="1327301"/>
            <a:ext cx="643804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1" name="Zástupný obsah 2">
            <a:extLst>
              <a:ext uri="{FF2B5EF4-FFF2-40B4-BE49-F238E27FC236}">
                <a16:creationId xmlns:a16="http://schemas.microsoft.com/office/drawing/2014/main" id="{347AD199-B51A-6922-B04A-C3C35DC365B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53110" y="3873029"/>
            <a:ext cx="643804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3" name="Zástupný text 7" descr="Podnadpis">
            <a:extLst>
              <a:ext uri="{FF2B5EF4-FFF2-40B4-BE49-F238E27FC236}">
                <a16:creationId xmlns:a16="http://schemas.microsoft.com/office/drawing/2014/main" id="{4E2045E0-CEF1-B9FB-23D7-AB00BAF5B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348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2_sections_PIC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0833131-3046-2E7B-F822-CF21E85A5760}"/>
              </a:ext>
            </a:extLst>
          </p:cNvPr>
          <p:cNvGrpSpPr/>
          <p:nvPr userDrawn="1"/>
        </p:nvGrpSpPr>
        <p:grpSpPr>
          <a:xfrm>
            <a:off x="380999" y="1357638"/>
            <a:ext cx="312531" cy="2246851"/>
            <a:chOff x="380999" y="1357638"/>
            <a:chExt cx="312531" cy="224685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932919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8BC5AB7-1992-C79F-C83D-190C6A02FC5B}"/>
              </a:ext>
            </a:extLst>
          </p:cNvPr>
          <p:cNvGrpSpPr/>
          <p:nvPr userDrawn="1"/>
        </p:nvGrpSpPr>
        <p:grpSpPr>
          <a:xfrm>
            <a:off x="380999" y="3904755"/>
            <a:ext cx="312531" cy="2243540"/>
            <a:chOff x="380999" y="3904755"/>
            <a:chExt cx="312531" cy="224354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4218687"/>
              <a:ext cx="0" cy="192960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3904755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AEAC4B-E367-039D-B201-C5C9ADE71B02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F6FA9-5836-E718-57B2-5F80B4967FFD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Zástupný obsah 2">
            <a:extLst>
              <a:ext uri="{FF2B5EF4-FFF2-40B4-BE49-F238E27FC236}">
                <a16:creationId xmlns:a16="http://schemas.microsoft.com/office/drawing/2014/main" id="{BEEB41E4-00B2-9979-AC97-B911E0B412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3111" y="1662427"/>
            <a:ext cx="6443234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100" name="Zástupný obsah 2">
            <a:extLst>
              <a:ext uri="{FF2B5EF4-FFF2-40B4-BE49-F238E27FC236}">
                <a16:creationId xmlns:a16="http://schemas.microsoft.com/office/drawing/2014/main" id="{23A25465-8C32-9B79-B075-1FB2CB2424F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53111" y="4214822"/>
            <a:ext cx="6443234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944FC7-FB12-78B2-A463-7E65BD2E009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3110" y="1327301"/>
            <a:ext cx="643804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1" name="Zástupný obsah 2">
            <a:extLst>
              <a:ext uri="{FF2B5EF4-FFF2-40B4-BE49-F238E27FC236}">
                <a16:creationId xmlns:a16="http://schemas.microsoft.com/office/drawing/2014/main" id="{347AD199-B51A-6922-B04A-C3C35DC365B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53110" y="3873029"/>
            <a:ext cx="643804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3" name="Zástupný text 7" descr="Podnadpis">
            <a:extLst>
              <a:ext uri="{FF2B5EF4-FFF2-40B4-BE49-F238E27FC236}">
                <a16:creationId xmlns:a16="http://schemas.microsoft.com/office/drawing/2014/main" id="{4E2045E0-CEF1-B9FB-23D7-AB00BAF5B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0469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3_sections_horizontal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4B6ED2-B099-33DF-7FE8-0F0991753E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3" y="1320283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8253C1-AC7D-E14A-1998-3FB9E84333F2}"/>
              </a:ext>
            </a:extLst>
          </p:cNvPr>
          <p:cNvGrpSpPr/>
          <p:nvPr userDrawn="1"/>
        </p:nvGrpSpPr>
        <p:grpSpPr>
          <a:xfrm>
            <a:off x="380999" y="1357638"/>
            <a:ext cx="312531" cy="1385562"/>
            <a:chOff x="380999" y="1357638"/>
            <a:chExt cx="312531" cy="13855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3918BCC5-CA93-47FD-8F0F-55A7C2D2561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859623" y="2804595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D7792C-8BB2-8E8C-0F10-007D4A60A9DA}"/>
              </a:ext>
            </a:extLst>
          </p:cNvPr>
          <p:cNvGrpSpPr/>
          <p:nvPr userDrawn="1"/>
        </p:nvGrpSpPr>
        <p:grpSpPr>
          <a:xfrm>
            <a:off x="380999" y="2841950"/>
            <a:ext cx="312531" cy="1385562"/>
            <a:chOff x="380999" y="1357638"/>
            <a:chExt cx="312531" cy="138556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Zástupný obsah 2">
            <a:extLst>
              <a:ext uri="{FF2B5EF4-FFF2-40B4-BE49-F238E27FC236}">
                <a16:creationId xmlns:a16="http://schemas.microsoft.com/office/drawing/2014/main" id="{EC39A813-44A8-4F72-52A3-2F6C6DA75EDE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859623" y="4265424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84FE6D-BC68-FE1A-DDA8-89466BA68A19}"/>
              </a:ext>
            </a:extLst>
          </p:cNvPr>
          <p:cNvGrpSpPr/>
          <p:nvPr userDrawn="1"/>
        </p:nvGrpSpPr>
        <p:grpSpPr>
          <a:xfrm>
            <a:off x="380999" y="4302779"/>
            <a:ext cx="312531" cy="1385562"/>
            <a:chOff x="380999" y="1357638"/>
            <a:chExt cx="312531" cy="138556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CF55EF-F30B-6ABE-1C0F-F48EF82636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5C8053C-20B1-5566-C163-152899773D09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Zástupný obsah 2">
            <a:extLst>
              <a:ext uri="{FF2B5EF4-FFF2-40B4-BE49-F238E27FC236}">
                <a16:creationId xmlns:a16="http://schemas.microsoft.com/office/drawing/2014/main" id="{30493F74-EF3A-2BEC-7678-2A6D11EF104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4191" y="1689615"/>
            <a:ext cx="11172598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29" name="Zástupný obsah 2">
            <a:extLst>
              <a:ext uri="{FF2B5EF4-FFF2-40B4-BE49-F238E27FC236}">
                <a16:creationId xmlns:a16="http://schemas.microsoft.com/office/drawing/2014/main" id="{1A084AA2-2AAA-1AD8-6118-E91E2739B3AB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854191" y="3173927"/>
            <a:ext cx="11172598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1" name="Zástupný obsah 2">
            <a:extLst>
              <a:ext uri="{FF2B5EF4-FFF2-40B4-BE49-F238E27FC236}">
                <a16:creationId xmlns:a16="http://schemas.microsoft.com/office/drawing/2014/main" id="{D00B0B47-D03F-2329-D33B-8551E06E594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854191" y="4634756"/>
            <a:ext cx="11172598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21263F-83BD-E3A5-F2BD-8739D94E3A01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292843"/>
            <a:ext cx="0" cy="7443686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Zástupný text 7" descr="Podnadpis">
            <a:extLst>
              <a:ext uri="{FF2B5EF4-FFF2-40B4-BE49-F238E27FC236}">
                <a16:creationId xmlns:a16="http://schemas.microsoft.com/office/drawing/2014/main" id="{5B78D516-9905-F9C0-3B7D-AEF4273A3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3976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3_sections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4B6ED2-B099-33DF-7FE8-0F0991753E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3" y="1320283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8253C1-AC7D-E14A-1998-3FB9E84333F2}"/>
              </a:ext>
            </a:extLst>
          </p:cNvPr>
          <p:cNvGrpSpPr/>
          <p:nvPr userDrawn="1"/>
        </p:nvGrpSpPr>
        <p:grpSpPr>
          <a:xfrm>
            <a:off x="380999" y="1357638"/>
            <a:ext cx="312531" cy="1385562"/>
            <a:chOff x="380999" y="1357638"/>
            <a:chExt cx="312531" cy="13855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3918BCC5-CA93-47FD-8F0F-55A7C2D2561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859623" y="2804595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D7792C-8BB2-8E8C-0F10-007D4A60A9DA}"/>
              </a:ext>
            </a:extLst>
          </p:cNvPr>
          <p:cNvGrpSpPr/>
          <p:nvPr userDrawn="1"/>
        </p:nvGrpSpPr>
        <p:grpSpPr>
          <a:xfrm>
            <a:off x="380999" y="2841950"/>
            <a:ext cx="312531" cy="1385562"/>
            <a:chOff x="380999" y="1357638"/>
            <a:chExt cx="312531" cy="138556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Zástupný obsah 2">
            <a:extLst>
              <a:ext uri="{FF2B5EF4-FFF2-40B4-BE49-F238E27FC236}">
                <a16:creationId xmlns:a16="http://schemas.microsoft.com/office/drawing/2014/main" id="{EC39A813-44A8-4F72-52A3-2F6C6DA75EDE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859623" y="4265424"/>
            <a:ext cx="11153883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84FE6D-BC68-FE1A-DDA8-89466BA68A19}"/>
              </a:ext>
            </a:extLst>
          </p:cNvPr>
          <p:cNvGrpSpPr/>
          <p:nvPr userDrawn="1"/>
        </p:nvGrpSpPr>
        <p:grpSpPr>
          <a:xfrm>
            <a:off x="380999" y="4302779"/>
            <a:ext cx="312531" cy="1385562"/>
            <a:chOff x="380999" y="1357638"/>
            <a:chExt cx="312531" cy="138556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CF55EF-F30B-6ABE-1C0F-F48EF82636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5C8053C-20B1-5566-C163-152899773D09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Zástupný obsah 2">
            <a:extLst>
              <a:ext uri="{FF2B5EF4-FFF2-40B4-BE49-F238E27FC236}">
                <a16:creationId xmlns:a16="http://schemas.microsoft.com/office/drawing/2014/main" id="{30493F74-EF3A-2BEC-7678-2A6D11EF104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4191" y="1689615"/>
            <a:ext cx="11172598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29" name="Zástupný obsah 2">
            <a:extLst>
              <a:ext uri="{FF2B5EF4-FFF2-40B4-BE49-F238E27FC236}">
                <a16:creationId xmlns:a16="http://schemas.microsoft.com/office/drawing/2014/main" id="{1A084AA2-2AAA-1AD8-6118-E91E2739B3AB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854191" y="3173927"/>
            <a:ext cx="11172598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1" name="Zástupný obsah 2">
            <a:extLst>
              <a:ext uri="{FF2B5EF4-FFF2-40B4-BE49-F238E27FC236}">
                <a16:creationId xmlns:a16="http://schemas.microsoft.com/office/drawing/2014/main" id="{D00B0B47-D03F-2329-D33B-8551E06E594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854191" y="4634756"/>
            <a:ext cx="11172598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21263F-83BD-E3A5-F2BD-8739D94E3A01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292843"/>
            <a:ext cx="0" cy="7443686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Zástupný text 7" descr="Podnadpis">
            <a:extLst>
              <a:ext uri="{FF2B5EF4-FFF2-40B4-BE49-F238E27FC236}">
                <a16:creationId xmlns:a16="http://schemas.microsoft.com/office/drawing/2014/main" id="{5B78D516-9905-F9C0-3B7D-AEF4273A3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6560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3_sections_left_PIC_right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4B6ED2-B099-33DF-7FE8-0F0991753E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320283"/>
            <a:ext cx="6436722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8253C1-AC7D-E14A-1998-3FB9E84333F2}"/>
              </a:ext>
            </a:extLst>
          </p:cNvPr>
          <p:cNvGrpSpPr/>
          <p:nvPr userDrawn="1"/>
        </p:nvGrpSpPr>
        <p:grpSpPr>
          <a:xfrm>
            <a:off x="380999" y="1357638"/>
            <a:ext cx="312531" cy="1385562"/>
            <a:chOff x="380999" y="1357638"/>
            <a:chExt cx="312531" cy="13855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3918BCC5-CA93-47FD-8F0F-55A7C2D2561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859624" y="2804595"/>
            <a:ext cx="6436722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D7792C-8BB2-8E8C-0F10-007D4A60A9DA}"/>
              </a:ext>
            </a:extLst>
          </p:cNvPr>
          <p:cNvGrpSpPr/>
          <p:nvPr userDrawn="1"/>
        </p:nvGrpSpPr>
        <p:grpSpPr>
          <a:xfrm>
            <a:off x="380999" y="2841950"/>
            <a:ext cx="312531" cy="1385562"/>
            <a:chOff x="380999" y="1357638"/>
            <a:chExt cx="312531" cy="138556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Zástupný obsah 2">
            <a:extLst>
              <a:ext uri="{FF2B5EF4-FFF2-40B4-BE49-F238E27FC236}">
                <a16:creationId xmlns:a16="http://schemas.microsoft.com/office/drawing/2014/main" id="{EC39A813-44A8-4F72-52A3-2F6C6DA75EDE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859624" y="4265424"/>
            <a:ext cx="6436722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84FE6D-BC68-FE1A-DDA8-89466BA68A19}"/>
              </a:ext>
            </a:extLst>
          </p:cNvPr>
          <p:cNvGrpSpPr/>
          <p:nvPr userDrawn="1"/>
        </p:nvGrpSpPr>
        <p:grpSpPr>
          <a:xfrm>
            <a:off x="380999" y="4302779"/>
            <a:ext cx="312531" cy="1385562"/>
            <a:chOff x="380999" y="1357638"/>
            <a:chExt cx="312531" cy="138556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CF55EF-F30B-6ABE-1C0F-F48EF82636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5C8053C-20B1-5566-C163-152899773D09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Zástupný obsah 2">
            <a:extLst>
              <a:ext uri="{FF2B5EF4-FFF2-40B4-BE49-F238E27FC236}">
                <a16:creationId xmlns:a16="http://schemas.microsoft.com/office/drawing/2014/main" id="{30493F74-EF3A-2BEC-7678-2A6D11EF104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4191" y="1689615"/>
            <a:ext cx="6447522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29" name="Zástupný obsah 2">
            <a:extLst>
              <a:ext uri="{FF2B5EF4-FFF2-40B4-BE49-F238E27FC236}">
                <a16:creationId xmlns:a16="http://schemas.microsoft.com/office/drawing/2014/main" id="{1A084AA2-2AAA-1AD8-6118-E91E2739B3AB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854191" y="3173927"/>
            <a:ext cx="6447522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1" name="Zástupný obsah 2">
            <a:extLst>
              <a:ext uri="{FF2B5EF4-FFF2-40B4-BE49-F238E27FC236}">
                <a16:creationId xmlns:a16="http://schemas.microsoft.com/office/drawing/2014/main" id="{D00B0B47-D03F-2329-D33B-8551E06E594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854191" y="4634756"/>
            <a:ext cx="6447522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42" name="Zástupný text 7" descr="Podnadpis">
            <a:extLst>
              <a:ext uri="{FF2B5EF4-FFF2-40B4-BE49-F238E27FC236}">
                <a16:creationId xmlns:a16="http://schemas.microsoft.com/office/drawing/2014/main" id="{3EF8AC0E-7187-6EEB-A08D-4A65205D7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0441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3_sections_left_PIC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4B6ED2-B099-33DF-7FE8-0F0991753E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320283"/>
            <a:ext cx="6436722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8253C1-AC7D-E14A-1998-3FB9E84333F2}"/>
              </a:ext>
            </a:extLst>
          </p:cNvPr>
          <p:cNvGrpSpPr/>
          <p:nvPr userDrawn="1"/>
        </p:nvGrpSpPr>
        <p:grpSpPr>
          <a:xfrm>
            <a:off x="380999" y="1357638"/>
            <a:ext cx="312531" cy="1385562"/>
            <a:chOff x="380999" y="1357638"/>
            <a:chExt cx="312531" cy="13855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3918BCC5-CA93-47FD-8F0F-55A7C2D2561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859624" y="2804595"/>
            <a:ext cx="6436722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D7792C-8BB2-8E8C-0F10-007D4A60A9DA}"/>
              </a:ext>
            </a:extLst>
          </p:cNvPr>
          <p:cNvGrpSpPr/>
          <p:nvPr userDrawn="1"/>
        </p:nvGrpSpPr>
        <p:grpSpPr>
          <a:xfrm>
            <a:off x="380999" y="2841950"/>
            <a:ext cx="312531" cy="1385562"/>
            <a:chOff x="380999" y="1357638"/>
            <a:chExt cx="312531" cy="138556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Zástupný obsah 2">
            <a:extLst>
              <a:ext uri="{FF2B5EF4-FFF2-40B4-BE49-F238E27FC236}">
                <a16:creationId xmlns:a16="http://schemas.microsoft.com/office/drawing/2014/main" id="{EC39A813-44A8-4F72-52A3-2F6C6DA75EDE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859624" y="4265424"/>
            <a:ext cx="6436722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84FE6D-BC68-FE1A-DDA8-89466BA68A19}"/>
              </a:ext>
            </a:extLst>
          </p:cNvPr>
          <p:cNvGrpSpPr/>
          <p:nvPr userDrawn="1"/>
        </p:nvGrpSpPr>
        <p:grpSpPr>
          <a:xfrm>
            <a:off x="380999" y="4302779"/>
            <a:ext cx="312531" cy="1385562"/>
            <a:chOff x="380999" y="1357638"/>
            <a:chExt cx="312531" cy="138556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CF55EF-F30B-6ABE-1C0F-F48EF82636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07163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5C8053C-20B1-5566-C163-152899773D09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Zástupný obsah 2">
            <a:extLst>
              <a:ext uri="{FF2B5EF4-FFF2-40B4-BE49-F238E27FC236}">
                <a16:creationId xmlns:a16="http://schemas.microsoft.com/office/drawing/2014/main" id="{30493F74-EF3A-2BEC-7678-2A6D11EF104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4191" y="1689615"/>
            <a:ext cx="6447522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29" name="Zástupný obsah 2">
            <a:extLst>
              <a:ext uri="{FF2B5EF4-FFF2-40B4-BE49-F238E27FC236}">
                <a16:creationId xmlns:a16="http://schemas.microsoft.com/office/drawing/2014/main" id="{1A084AA2-2AAA-1AD8-6118-E91E2739B3AB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854191" y="3173927"/>
            <a:ext cx="6447522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1" name="Zástupný obsah 2">
            <a:extLst>
              <a:ext uri="{FF2B5EF4-FFF2-40B4-BE49-F238E27FC236}">
                <a16:creationId xmlns:a16="http://schemas.microsoft.com/office/drawing/2014/main" id="{D00B0B47-D03F-2329-D33B-8551E06E594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854191" y="4634756"/>
            <a:ext cx="6447522" cy="959006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42" name="Zástupný text 7" descr="Podnadpis">
            <a:extLst>
              <a:ext uri="{FF2B5EF4-FFF2-40B4-BE49-F238E27FC236}">
                <a16:creationId xmlns:a16="http://schemas.microsoft.com/office/drawing/2014/main" id="{3EF8AC0E-7187-6EEB-A08D-4A65205D7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6468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4_quadrants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0833131-3046-2E7B-F822-CF21E85A5760}"/>
              </a:ext>
            </a:extLst>
          </p:cNvPr>
          <p:cNvGrpSpPr/>
          <p:nvPr userDrawn="1"/>
        </p:nvGrpSpPr>
        <p:grpSpPr>
          <a:xfrm>
            <a:off x="380999" y="1357638"/>
            <a:ext cx="312531" cy="2246851"/>
            <a:chOff x="380999" y="1357638"/>
            <a:chExt cx="312531" cy="224685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932919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8BC5AB7-1992-C79F-C83D-190C6A02FC5B}"/>
              </a:ext>
            </a:extLst>
          </p:cNvPr>
          <p:cNvGrpSpPr/>
          <p:nvPr userDrawn="1"/>
        </p:nvGrpSpPr>
        <p:grpSpPr>
          <a:xfrm>
            <a:off x="380999" y="3904755"/>
            <a:ext cx="312531" cy="2243540"/>
            <a:chOff x="380999" y="3904755"/>
            <a:chExt cx="312531" cy="224354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4218687"/>
              <a:ext cx="0" cy="192960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3904755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AEAC4B-E367-039D-B201-C5C9ADE71B02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F6FA9-5836-E718-57B2-5F80B4967FFD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027C2C4-B5C6-627C-D0B2-2B7B1D667F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3736058"/>
            <a:ext cx="360000" cy="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4CF9FEA-4E3E-109C-EF7C-393EF46B3A78}"/>
              </a:ext>
            </a:extLst>
          </p:cNvPr>
          <p:cNvGrpSpPr/>
          <p:nvPr userDrawn="1"/>
        </p:nvGrpSpPr>
        <p:grpSpPr>
          <a:xfrm>
            <a:off x="6270488" y="1357638"/>
            <a:ext cx="312531" cy="2246851"/>
            <a:chOff x="380999" y="1357638"/>
            <a:chExt cx="312531" cy="2246851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A0C474A-1CA3-26A4-FFA2-0B31C1025E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932919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Freeform 6">
              <a:extLst>
                <a:ext uri="{FF2B5EF4-FFF2-40B4-BE49-F238E27FC236}">
                  <a16:creationId xmlns:a16="http://schemas.microsoft.com/office/drawing/2014/main" id="{3BB6FEFC-FAA9-533F-2C5A-7727725C0B2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88B54B1-A522-39C1-2216-25142C347BD2}"/>
              </a:ext>
            </a:extLst>
          </p:cNvPr>
          <p:cNvGrpSpPr/>
          <p:nvPr userDrawn="1"/>
        </p:nvGrpSpPr>
        <p:grpSpPr>
          <a:xfrm>
            <a:off x="6270488" y="3904755"/>
            <a:ext cx="312531" cy="2243540"/>
            <a:chOff x="380999" y="3904755"/>
            <a:chExt cx="312531" cy="224354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D3883C-902D-80DF-9579-BB0E4961A3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4218687"/>
              <a:ext cx="0" cy="192960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Freeform 6">
              <a:extLst>
                <a:ext uri="{FF2B5EF4-FFF2-40B4-BE49-F238E27FC236}">
                  <a16:creationId xmlns:a16="http://schemas.microsoft.com/office/drawing/2014/main" id="{7CA8EF37-2D4A-1958-7530-90532FF9C1CB}"/>
                </a:ext>
              </a:extLst>
            </p:cNvPr>
            <p:cNvSpPr/>
            <p:nvPr userDrawn="1"/>
          </p:nvSpPr>
          <p:spPr>
            <a:xfrm rot="10800000">
              <a:off x="380999" y="3904755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" name="Zástupný obsah 2">
            <a:extLst>
              <a:ext uri="{FF2B5EF4-FFF2-40B4-BE49-F238E27FC236}">
                <a16:creationId xmlns:a16="http://schemas.microsoft.com/office/drawing/2014/main" id="{BEEB41E4-00B2-9979-AC97-B911E0B412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3111" y="1662427"/>
            <a:ext cx="5266800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99" name="Zástupný obsah 2">
            <a:extLst>
              <a:ext uri="{FF2B5EF4-FFF2-40B4-BE49-F238E27FC236}">
                <a16:creationId xmlns:a16="http://schemas.microsoft.com/office/drawing/2014/main" id="{612D4A1C-7FC3-38FE-D18B-1ECAA27E867B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744632" y="1662427"/>
            <a:ext cx="5266800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100" name="Zástupný obsah 2">
            <a:extLst>
              <a:ext uri="{FF2B5EF4-FFF2-40B4-BE49-F238E27FC236}">
                <a16:creationId xmlns:a16="http://schemas.microsoft.com/office/drawing/2014/main" id="{23A25465-8C32-9B79-B075-1FB2CB2424F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53111" y="4214822"/>
            <a:ext cx="5266800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101" name="Zástupný obsah 2">
            <a:extLst>
              <a:ext uri="{FF2B5EF4-FFF2-40B4-BE49-F238E27FC236}">
                <a16:creationId xmlns:a16="http://schemas.microsoft.com/office/drawing/2014/main" id="{2FA83B9B-46A3-413A-0E72-85A84CB1AF08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744632" y="4214822"/>
            <a:ext cx="5266800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944FC7-FB12-78B2-A463-7E65BD2E009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3111" y="1327301"/>
            <a:ext cx="5266800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1" name="Zástupný obsah 2">
            <a:extLst>
              <a:ext uri="{FF2B5EF4-FFF2-40B4-BE49-F238E27FC236}">
                <a16:creationId xmlns:a16="http://schemas.microsoft.com/office/drawing/2014/main" id="{347AD199-B51A-6922-B04A-C3C35DC365B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53111" y="3873029"/>
            <a:ext cx="5266800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2" name="Zástupný obsah 2">
            <a:extLst>
              <a:ext uri="{FF2B5EF4-FFF2-40B4-BE49-F238E27FC236}">
                <a16:creationId xmlns:a16="http://schemas.microsoft.com/office/drawing/2014/main" id="{40C8087D-5130-1920-F8EB-F7D0BA3AA62B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6744632" y="1327301"/>
            <a:ext cx="5266800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151B9BD4-C372-5082-B96A-114A8A2EBD25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744632" y="3873029"/>
            <a:ext cx="5266800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5" name="Zástupný text 7" descr="Podnadpis">
            <a:extLst>
              <a:ext uri="{FF2B5EF4-FFF2-40B4-BE49-F238E27FC236}">
                <a16:creationId xmlns:a16="http://schemas.microsoft.com/office/drawing/2014/main" id="{C1E92CDA-CC41-3A60-9766-A4411C928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6661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4_quadr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0833131-3046-2E7B-F822-CF21E85A5760}"/>
              </a:ext>
            </a:extLst>
          </p:cNvPr>
          <p:cNvGrpSpPr/>
          <p:nvPr userDrawn="1"/>
        </p:nvGrpSpPr>
        <p:grpSpPr>
          <a:xfrm>
            <a:off x="380999" y="1357638"/>
            <a:ext cx="312531" cy="2246851"/>
            <a:chOff x="380999" y="1357638"/>
            <a:chExt cx="312531" cy="224685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32D29-5BD1-9AE2-0059-6344CCA53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932919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B23F176-3186-EC3A-B6A2-377EEE8DBC7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8BC5AB7-1992-C79F-C83D-190C6A02FC5B}"/>
              </a:ext>
            </a:extLst>
          </p:cNvPr>
          <p:cNvGrpSpPr/>
          <p:nvPr userDrawn="1"/>
        </p:nvGrpSpPr>
        <p:grpSpPr>
          <a:xfrm>
            <a:off x="380999" y="3904755"/>
            <a:ext cx="312531" cy="2243540"/>
            <a:chOff x="380999" y="3904755"/>
            <a:chExt cx="312531" cy="224354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7E3766-7E21-64BA-6E5E-1DAE8B065D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4218687"/>
              <a:ext cx="0" cy="192960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F6F19EE-98B7-F762-0E37-7FDED60256CC}"/>
                </a:ext>
              </a:extLst>
            </p:cNvPr>
            <p:cNvSpPr/>
            <p:nvPr userDrawn="1"/>
          </p:nvSpPr>
          <p:spPr>
            <a:xfrm rot="10800000">
              <a:off x="380999" y="3904755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AEAC4B-E367-039D-B201-C5C9ADE71B02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F6FA9-5836-E718-57B2-5F80B4967FFD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027C2C4-B5C6-627C-D0B2-2B7B1D667F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3736058"/>
            <a:ext cx="360000" cy="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4CF9FEA-4E3E-109C-EF7C-393EF46B3A78}"/>
              </a:ext>
            </a:extLst>
          </p:cNvPr>
          <p:cNvGrpSpPr/>
          <p:nvPr userDrawn="1"/>
        </p:nvGrpSpPr>
        <p:grpSpPr>
          <a:xfrm>
            <a:off x="6270488" y="1357638"/>
            <a:ext cx="312531" cy="2246851"/>
            <a:chOff x="380999" y="1357638"/>
            <a:chExt cx="312531" cy="2246851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A0C474A-1CA3-26A4-FFA2-0B31C1025E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1932919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Freeform 6">
              <a:extLst>
                <a:ext uri="{FF2B5EF4-FFF2-40B4-BE49-F238E27FC236}">
                  <a16:creationId xmlns:a16="http://schemas.microsoft.com/office/drawing/2014/main" id="{3BB6FEFC-FAA9-533F-2C5A-7727725C0B2F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88B54B1-A522-39C1-2216-25142C347BD2}"/>
              </a:ext>
            </a:extLst>
          </p:cNvPr>
          <p:cNvGrpSpPr/>
          <p:nvPr userDrawn="1"/>
        </p:nvGrpSpPr>
        <p:grpSpPr>
          <a:xfrm>
            <a:off x="6270488" y="3904755"/>
            <a:ext cx="312531" cy="2243540"/>
            <a:chOff x="380999" y="3904755"/>
            <a:chExt cx="312531" cy="224354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D3883C-902D-80DF-9579-BB0E4961A3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4218687"/>
              <a:ext cx="0" cy="192960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Freeform 6">
              <a:extLst>
                <a:ext uri="{FF2B5EF4-FFF2-40B4-BE49-F238E27FC236}">
                  <a16:creationId xmlns:a16="http://schemas.microsoft.com/office/drawing/2014/main" id="{7CA8EF37-2D4A-1958-7530-90532FF9C1CB}"/>
                </a:ext>
              </a:extLst>
            </p:cNvPr>
            <p:cNvSpPr/>
            <p:nvPr userDrawn="1"/>
          </p:nvSpPr>
          <p:spPr>
            <a:xfrm rot="10800000">
              <a:off x="380999" y="3904755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" name="Zástupný obsah 2">
            <a:extLst>
              <a:ext uri="{FF2B5EF4-FFF2-40B4-BE49-F238E27FC236}">
                <a16:creationId xmlns:a16="http://schemas.microsoft.com/office/drawing/2014/main" id="{BEEB41E4-00B2-9979-AC97-B911E0B412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3111" y="1662427"/>
            <a:ext cx="5266800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99" name="Zástupný obsah 2">
            <a:extLst>
              <a:ext uri="{FF2B5EF4-FFF2-40B4-BE49-F238E27FC236}">
                <a16:creationId xmlns:a16="http://schemas.microsoft.com/office/drawing/2014/main" id="{612D4A1C-7FC3-38FE-D18B-1ECAA27E867B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744632" y="1662427"/>
            <a:ext cx="5266800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100" name="Zástupný obsah 2">
            <a:extLst>
              <a:ext uri="{FF2B5EF4-FFF2-40B4-BE49-F238E27FC236}">
                <a16:creationId xmlns:a16="http://schemas.microsoft.com/office/drawing/2014/main" id="{23A25465-8C32-9B79-B075-1FB2CB2424F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53111" y="4214822"/>
            <a:ext cx="5266800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101" name="Zástupný obsah 2">
            <a:extLst>
              <a:ext uri="{FF2B5EF4-FFF2-40B4-BE49-F238E27FC236}">
                <a16:creationId xmlns:a16="http://schemas.microsoft.com/office/drawing/2014/main" id="{2FA83B9B-46A3-413A-0E72-85A84CB1AF08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744632" y="4214822"/>
            <a:ext cx="5266800" cy="2046440"/>
          </a:xfrm>
        </p:spPr>
        <p:txBody>
          <a:bodyPr rIns="180000"/>
          <a:lstStyle>
            <a:lvl1pPr marL="266700" indent="-266700">
              <a:spcBef>
                <a:spcPts val="0"/>
              </a:spcBef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tabLst>
                <a:tab pos="266700" algn="l"/>
              </a:tabLst>
              <a:defRPr sz="1600"/>
            </a:lvl1pPr>
            <a:lvl2pPr marL="444500" indent="-179388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200"/>
            </a:lvl2pPr>
            <a:lvl3pPr marL="54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100"/>
            </a:lvl3pPr>
            <a:lvl4pPr marL="72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4pPr>
            <a:lvl5pPr marL="900000" indent="-180000"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sz="1050"/>
            </a:lvl5pPr>
          </a:lstStyle>
          <a:p>
            <a:pPr lvl="0"/>
            <a:r>
              <a:rPr lang="en-US"/>
              <a:t>Click to edit the text</a:t>
            </a:r>
            <a:endParaRPr lang="cs-CZ"/>
          </a:p>
          <a:p>
            <a:pPr lvl="1"/>
            <a:r>
              <a:rPr lang="en-US"/>
              <a:t>2nd level</a:t>
            </a:r>
            <a:endParaRPr lang="cs-CZ"/>
          </a:p>
          <a:p>
            <a:pPr lvl="2"/>
            <a:r>
              <a:rPr lang="en-US"/>
              <a:t>3rd level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944FC7-FB12-78B2-A463-7E65BD2E009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3111" y="1327301"/>
            <a:ext cx="5266800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1" name="Zástupný obsah 2">
            <a:extLst>
              <a:ext uri="{FF2B5EF4-FFF2-40B4-BE49-F238E27FC236}">
                <a16:creationId xmlns:a16="http://schemas.microsoft.com/office/drawing/2014/main" id="{347AD199-B51A-6922-B04A-C3C35DC365B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53111" y="3873029"/>
            <a:ext cx="5266800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2" name="Zástupný obsah 2">
            <a:extLst>
              <a:ext uri="{FF2B5EF4-FFF2-40B4-BE49-F238E27FC236}">
                <a16:creationId xmlns:a16="http://schemas.microsoft.com/office/drawing/2014/main" id="{40C8087D-5130-1920-F8EB-F7D0BA3AA62B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6744632" y="1327301"/>
            <a:ext cx="5266800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151B9BD4-C372-5082-B96A-114A8A2EBD25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744632" y="3873029"/>
            <a:ext cx="5266800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5" name="Zástupný text 7" descr="Podnadpis">
            <a:extLst>
              <a:ext uri="{FF2B5EF4-FFF2-40B4-BE49-F238E27FC236}">
                <a16:creationId xmlns:a16="http://schemas.microsoft.com/office/drawing/2014/main" id="{C1E92CDA-CC41-3A60-9766-A4411C928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86894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btitle_3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839324" cy="366126"/>
          </a:xfrm>
          <a:solidFill>
            <a:schemeClr val="bg1"/>
          </a:solidFill>
        </p:spPr>
        <p:txBody>
          <a:bodyPr wrap="square" lIns="0"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" name="Picture 9">
            <a:extLst>
              <a:ext uri="{FF2B5EF4-FFF2-40B4-BE49-F238E27FC236}">
                <a16:creationId xmlns:a16="http://schemas.microsoft.com/office/drawing/2014/main" id="{0311555B-44FA-2ECD-BA11-3082837962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6200000">
            <a:off x="-252687" y="1353699"/>
            <a:ext cx="1010748" cy="505374"/>
          </a:xfrm>
          <a:prstGeom prst="rect">
            <a:avLst/>
          </a:prstGeom>
        </p:spPr>
      </p:pic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F5EDD117-7269-6893-6A6B-606075C8883F}"/>
              </a:ext>
            </a:extLst>
          </p:cNvPr>
          <p:cNvSpPr/>
          <p:nvPr/>
        </p:nvSpPr>
        <p:spPr bwMode="auto">
          <a:xfrm>
            <a:off x="849395" y="2876550"/>
            <a:ext cx="3204000" cy="2835273"/>
          </a:xfrm>
          <a:prstGeom prst="roundRect">
            <a:avLst>
              <a:gd name="adj" fmla="val 8160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2880" rIns="36000"/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AEFF"/>
              </a:buClr>
              <a:buSzPct val="150000"/>
              <a:buFont typeface="Courier New" panose="02070309020205020404" pitchFamily="49" charset="0"/>
              <a:buNone/>
              <a:defRPr/>
            </a:pPr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15" name="Rounded Rectangle 25">
            <a:extLst>
              <a:ext uri="{FF2B5EF4-FFF2-40B4-BE49-F238E27FC236}">
                <a16:creationId xmlns:a16="http://schemas.microsoft.com/office/drawing/2014/main" id="{29286D68-B211-1122-4807-F2BAA1720101}"/>
              </a:ext>
            </a:extLst>
          </p:cNvPr>
          <p:cNvSpPr/>
          <p:nvPr/>
        </p:nvSpPr>
        <p:spPr bwMode="auto">
          <a:xfrm>
            <a:off x="4677461" y="2876550"/>
            <a:ext cx="3203997" cy="2835273"/>
          </a:xfrm>
          <a:prstGeom prst="roundRect">
            <a:avLst>
              <a:gd name="adj" fmla="val 8160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2880" rIns="36000"/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AEFF"/>
              </a:buClr>
              <a:buSzPct val="150000"/>
              <a:buFont typeface="Courier New" panose="02070309020205020404" pitchFamily="49" charset="0"/>
              <a:buNone/>
              <a:defRPr/>
            </a:pPr>
            <a:endParaRPr lang="en-US" sz="1500">
              <a:solidFill>
                <a:schemeClr val="tx1"/>
              </a:solidFill>
              <a:cs typeface="Segoe UI"/>
            </a:endParaRPr>
          </a:p>
        </p:txBody>
      </p:sp>
      <p:sp>
        <p:nvSpPr>
          <p:cNvPr id="16" name="Rounded Rectangle 26">
            <a:extLst>
              <a:ext uri="{FF2B5EF4-FFF2-40B4-BE49-F238E27FC236}">
                <a16:creationId xmlns:a16="http://schemas.microsoft.com/office/drawing/2014/main" id="{B8265A62-CD43-E0C9-D9BB-9D5ED91F834F}"/>
              </a:ext>
            </a:extLst>
          </p:cNvPr>
          <p:cNvSpPr/>
          <p:nvPr/>
        </p:nvSpPr>
        <p:spPr bwMode="auto">
          <a:xfrm>
            <a:off x="8501812" y="2876550"/>
            <a:ext cx="3204000" cy="2835273"/>
          </a:xfrm>
          <a:prstGeom prst="roundRect">
            <a:avLst>
              <a:gd name="adj" fmla="val 8160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2880" rIns="36000"/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AEFF"/>
              </a:buClr>
              <a:buSzPct val="150000"/>
              <a:buFont typeface="Courier New" panose="02070309020205020404" pitchFamily="49" charset="0"/>
              <a:buNone/>
              <a:defRPr/>
            </a:pPr>
            <a:endParaRPr lang="en-US" sz="150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CC6702-A1DC-0B4C-ED13-968CA9DD4488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57991D-097D-61B4-17F3-6398514BB674}"/>
              </a:ext>
            </a:extLst>
          </p:cNvPr>
          <p:cNvCxnSpPr>
            <a:cxnSpLocks/>
          </p:cNvCxnSpPr>
          <p:nvPr userDrawn="1"/>
        </p:nvCxnSpPr>
        <p:spPr>
          <a:xfrm>
            <a:off x="542936" y="2679318"/>
            <a:ext cx="0" cy="3600000"/>
          </a:xfrm>
          <a:prstGeom prst="line">
            <a:avLst/>
          </a:prstGeom>
          <a:ln w="25400">
            <a:solidFill>
              <a:srgbClr val="F28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 6">
            <a:extLst>
              <a:ext uri="{FF2B5EF4-FFF2-40B4-BE49-F238E27FC236}">
                <a16:creationId xmlns:a16="http://schemas.microsoft.com/office/drawing/2014/main" id="{555CABE3-1508-45AF-4355-0CAC40ABA5F1}"/>
              </a:ext>
            </a:extLst>
          </p:cNvPr>
          <p:cNvSpPr/>
          <p:nvPr userDrawn="1"/>
        </p:nvSpPr>
        <p:spPr>
          <a:xfrm rot="10800000">
            <a:off x="380999" y="2365386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noFill/>
          <a:ln w="25400">
            <a:solidFill>
              <a:srgbClr val="F28C1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985B2BA3-A3D9-F841-2373-625B30B40A44}"/>
              </a:ext>
            </a:extLst>
          </p:cNvPr>
          <p:cNvSpPr/>
          <p:nvPr userDrawn="1"/>
        </p:nvSpPr>
        <p:spPr>
          <a:xfrm rot="10800000">
            <a:off x="4214054" y="2365386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6F6F6"/>
          </a:solidFill>
          <a:ln w="25400">
            <a:solidFill>
              <a:srgbClr val="F28C1A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B65B0D8-347A-8482-D034-80C58BA2D659}"/>
              </a:ext>
            </a:extLst>
          </p:cNvPr>
          <p:cNvCxnSpPr>
            <a:cxnSpLocks/>
          </p:cNvCxnSpPr>
          <p:nvPr userDrawn="1"/>
        </p:nvCxnSpPr>
        <p:spPr>
          <a:xfrm>
            <a:off x="8191634" y="2679318"/>
            <a:ext cx="0" cy="3600000"/>
          </a:xfrm>
          <a:prstGeom prst="line">
            <a:avLst/>
          </a:prstGeom>
          <a:ln w="25400">
            <a:solidFill>
              <a:srgbClr val="F28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 6">
            <a:extLst>
              <a:ext uri="{FF2B5EF4-FFF2-40B4-BE49-F238E27FC236}">
                <a16:creationId xmlns:a16="http://schemas.microsoft.com/office/drawing/2014/main" id="{09E0DFB8-6539-C83D-EC2E-0E1BB75906FB}"/>
              </a:ext>
            </a:extLst>
          </p:cNvPr>
          <p:cNvSpPr/>
          <p:nvPr userDrawn="1"/>
        </p:nvSpPr>
        <p:spPr>
          <a:xfrm rot="10800000">
            <a:off x="8035369" y="2365386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6F6F6"/>
          </a:solidFill>
          <a:ln w="25400">
            <a:solidFill>
              <a:srgbClr val="F28C1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Zástupný obsah 1">
            <a:extLst>
              <a:ext uri="{FF2B5EF4-FFF2-40B4-BE49-F238E27FC236}">
                <a16:creationId xmlns:a16="http://schemas.microsoft.com/office/drawing/2014/main" id="{20883A68-D224-9C8B-DABC-977853C2B5EA}"/>
              </a:ext>
            </a:extLst>
          </p:cNvPr>
          <p:cNvSpPr>
            <a:spLocks noGrp="1"/>
          </p:cNvSpPr>
          <p:nvPr userDrawn="1">
            <p:ph idx="24" hasCustomPrompt="1"/>
          </p:nvPr>
        </p:nvSpPr>
        <p:spPr>
          <a:xfrm>
            <a:off x="542924" y="1421720"/>
            <a:ext cx="9839324" cy="369332"/>
          </a:xfrm>
        </p:spPr>
        <p:txBody>
          <a:bodyPr wrap="square" lIns="90000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D2E0C15-D987-6F37-8356-D04CCBDB0662}"/>
              </a:ext>
            </a:extLst>
          </p:cNvPr>
          <p:cNvCxnSpPr>
            <a:cxnSpLocks/>
          </p:cNvCxnSpPr>
          <p:nvPr userDrawn="1"/>
        </p:nvCxnSpPr>
        <p:spPr>
          <a:xfrm>
            <a:off x="4370319" y="2679318"/>
            <a:ext cx="0" cy="3600000"/>
          </a:xfrm>
          <a:prstGeom prst="line">
            <a:avLst/>
          </a:prstGeom>
          <a:ln w="25400">
            <a:solidFill>
              <a:srgbClr val="F28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C2793C1-0334-FD1B-4AD0-0217B72255B4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DC51A3B-E2D4-2C4C-5A7B-C035FCD0F056}"/>
              </a:ext>
            </a:extLst>
          </p:cNvPr>
          <p:cNvCxnSpPr>
            <a:cxnSpLocks/>
          </p:cNvCxnSpPr>
          <p:nvPr userDrawn="1"/>
        </p:nvCxnSpPr>
        <p:spPr>
          <a:xfrm>
            <a:off x="8191634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0379EFD-3989-1A67-9240-39B59D9181F3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886A14A-1E94-A4C3-469F-2334E2ECFD0B}"/>
              </a:ext>
            </a:extLst>
          </p:cNvPr>
          <p:cNvCxnSpPr>
            <a:cxnSpLocks/>
          </p:cNvCxnSpPr>
          <p:nvPr userDrawn="1"/>
        </p:nvCxnSpPr>
        <p:spPr>
          <a:xfrm>
            <a:off x="8191634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926DDC4-BD20-4CBD-A5A4-EEFE49FA6531}"/>
              </a:ext>
            </a:extLst>
          </p:cNvPr>
          <p:cNvCxnSpPr>
            <a:cxnSpLocks/>
          </p:cNvCxnSpPr>
          <p:nvPr userDrawn="1"/>
        </p:nvCxnSpPr>
        <p:spPr>
          <a:xfrm>
            <a:off x="4057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691326F-FB39-2964-40FE-B1154D1EDF6E}"/>
              </a:ext>
            </a:extLst>
          </p:cNvPr>
          <p:cNvCxnSpPr>
            <a:cxnSpLocks/>
          </p:cNvCxnSpPr>
          <p:nvPr userDrawn="1"/>
        </p:nvCxnSpPr>
        <p:spPr>
          <a:xfrm>
            <a:off x="4057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28F4038-BC1B-60D5-9F5E-07A8180CD8FF}"/>
              </a:ext>
            </a:extLst>
          </p:cNvPr>
          <p:cNvCxnSpPr>
            <a:cxnSpLocks/>
          </p:cNvCxnSpPr>
          <p:nvPr userDrawn="1"/>
        </p:nvCxnSpPr>
        <p:spPr>
          <a:xfrm>
            <a:off x="4677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7DAD99F-BB66-8857-45C1-715A1A7F94E4}"/>
              </a:ext>
            </a:extLst>
          </p:cNvPr>
          <p:cNvCxnSpPr>
            <a:cxnSpLocks/>
          </p:cNvCxnSpPr>
          <p:nvPr userDrawn="1"/>
        </p:nvCxnSpPr>
        <p:spPr>
          <a:xfrm>
            <a:off x="4677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0FBA743-4C27-5029-88EA-39684B04C250}"/>
              </a:ext>
            </a:extLst>
          </p:cNvPr>
          <p:cNvCxnSpPr>
            <a:cxnSpLocks/>
          </p:cNvCxnSpPr>
          <p:nvPr userDrawn="1"/>
        </p:nvCxnSpPr>
        <p:spPr>
          <a:xfrm>
            <a:off x="7881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F38CB6-FF6E-D15E-7C62-7AC9A7458BAD}"/>
              </a:ext>
            </a:extLst>
          </p:cNvPr>
          <p:cNvCxnSpPr>
            <a:cxnSpLocks/>
          </p:cNvCxnSpPr>
          <p:nvPr userDrawn="1"/>
        </p:nvCxnSpPr>
        <p:spPr>
          <a:xfrm>
            <a:off x="7881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ECEDAAD-A7AC-6F02-C60B-A0EA02F732F8}"/>
              </a:ext>
            </a:extLst>
          </p:cNvPr>
          <p:cNvCxnSpPr>
            <a:cxnSpLocks/>
          </p:cNvCxnSpPr>
          <p:nvPr userDrawn="1"/>
        </p:nvCxnSpPr>
        <p:spPr>
          <a:xfrm>
            <a:off x="8501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4CF55C9-8BDF-094F-8D52-F7FB3A9FABD0}"/>
              </a:ext>
            </a:extLst>
          </p:cNvPr>
          <p:cNvCxnSpPr>
            <a:cxnSpLocks/>
          </p:cNvCxnSpPr>
          <p:nvPr userDrawn="1"/>
        </p:nvCxnSpPr>
        <p:spPr>
          <a:xfrm>
            <a:off x="8501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F326A5A-07DE-FEF9-8C3C-294286F60A35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5545123-BA2F-DA8A-B544-42D57FF152C0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1BA1DA5-3950-4150-3356-B5CE23425C6B}"/>
              </a:ext>
            </a:extLst>
          </p:cNvPr>
          <p:cNvCxnSpPr>
            <a:cxnSpLocks/>
          </p:cNvCxnSpPr>
          <p:nvPr userDrawn="1"/>
        </p:nvCxnSpPr>
        <p:spPr>
          <a:xfrm>
            <a:off x="4370319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F01A249-10CA-B3AA-EE2D-CC4525329899}"/>
              </a:ext>
            </a:extLst>
          </p:cNvPr>
          <p:cNvCxnSpPr>
            <a:cxnSpLocks/>
          </p:cNvCxnSpPr>
          <p:nvPr userDrawn="1"/>
        </p:nvCxnSpPr>
        <p:spPr>
          <a:xfrm>
            <a:off x="4370319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3" name="Zástupný text 7" descr="Podnadpis">
            <a:extLst>
              <a:ext uri="{FF2B5EF4-FFF2-40B4-BE49-F238E27FC236}">
                <a16:creationId xmlns:a16="http://schemas.microsoft.com/office/drawing/2014/main" id="{142DC45D-63B5-F672-51F2-E864B83270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  <p:sp>
        <p:nvSpPr>
          <p:cNvPr id="76" name="Zástupný obsah 1">
            <a:extLst>
              <a:ext uri="{FF2B5EF4-FFF2-40B4-BE49-F238E27FC236}">
                <a16:creationId xmlns:a16="http://schemas.microsoft.com/office/drawing/2014/main" id="{4BEAB47E-F65D-7D06-C6A7-FC58DE5DDB68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677461" y="2365385"/>
            <a:ext cx="3197252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77" name="Zástupný obsah 1">
            <a:extLst>
              <a:ext uri="{FF2B5EF4-FFF2-40B4-BE49-F238E27FC236}">
                <a16:creationId xmlns:a16="http://schemas.microsoft.com/office/drawing/2014/main" id="{9CA7FBCC-426E-824D-872A-BB82071E198E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59624" y="2365385"/>
            <a:ext cx="3197252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78" name="Zástupný obsah 1">
            <a:extLst>
              <a:ext uri="{FF2B5EF4-FFF2-40B4-BE49-F238E27FC236}">
                <a16:creationId xmlns:a16="http://schemas.microsoft.com/office/drawing/2014/main" id="{2571AF8E-2A6A-5E5E-7177-BF51F202332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508560" y="2365385"/>
            <a:ext cx="3197252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504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ubtitle_3sections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839324" cy="366126"/>
          </a:xfrm>
          <a:noFill/>
        </p:spPr>
        <p:txBody>
          <a:bodyPr wrap="square" lIns="0"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ástupný text 9" descr="Hlavní myšlenka">
            <a:extLst>
              <a:ext uri="{FF2B5EF4-FFF2-40B4-BE49-F238E27FC236}">
                <a16:creationId xmlns:a16="http://schemas.microsoft.com/office/drawing/2014/main" id="{ACD7479D-A8DB-FAF9-DCF6-CAEA5E621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913" y="5711825"/>
            <a:ext cx="11560175" cy="455613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110000"/>
              </a:lnSpc>
              <a:buNone/>
              <a:defRPr sz="29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Key message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" name="Picture 9">
            <a:extLst>
              <a:ext uri="{FF2B5EF4-FFF2-40B4-BE49-F238E27FC236}">
                <a16:creationId xmlns:a16="http://schemas.microsoft.com/office/drawing/2014/main" id="{0311555B-44FA-2ECD-BA11-3082837962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6200000">
            <a:off x="-252687" y="1353699"/>
            <a:ext cx="1010748" cy="505374"/>
          </a:xfrm>
          <a:prstGeom prst="rect">
            <a:avLst/>
          </a:prstGeom>
        </p:spPr>
      </p:pic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F5EDD117-7269-6893-6A6B-606075C8883F}"/>
              </a:ext>
            </a:extLst>
          </p:cNvPr>
          <p:cNvSpPr/>
          <p:nvPr/>
        </p:nvSpPr>
        <p:spPr bwMode="auto">
          <a:xfrm>
            <a:off x="849395" y="2876550"/>
            <a:ext cx="3204000" cy="2835273"/>
          </a:xfrm>
          <a:prstGeom prst="roundRect">
            <a:avLst>
              <a:gd name="adj" fmla="val 8160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2880" rIns="36000"/>
          <a:lstStyle/>
          <a:p>
            <a:pPr marL="285750" lvl="0" indent="-28575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AEFF"/>
              </a:buClr>
              <a:buSzPct val="150000"/>
              <a:buFont typeface="Courier New" panose="02070309020205020404" pitchFamily="49" charset="0"/>
              <a:buChar char="o"/>
            </a:pPr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15" name="Rounded Rectangle 25">
            <a:extLst>
              <a:ext uri="{FF2B5EF4-FFF2-40B4-BE49-F238E27FC236}">
                <a16:creationId xmlns:a16="http://schemas.microsoft.com/office/drawing/2014/main" id="{29286D68-B211-1122-4807-F2BAA1720101}"/>
              </a:ext>
            </a:extLst>
          </p:cNvPr>
          <p:cNvSpPr/>
          <p:nvPr/>
        </p:nvSpPr>
        <p:spPr bwMode="auto">
          <a:xfrm>
            <a:off x="4677461" y="2876550"/>
            <a:ext cx="3203997" cy="2835273"/>
          </a:xfrm>
          <a:prstGeom prst="roundRect">
            <a:avLst>
              <a:gd name="adj" fmla="val 8160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2880" rIns="36000"/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AEFF"/>
              </a:buClr>
              <a:buSzPct val="150000"/>
              <a:buFont typeface="Courier New" panose="02070309020205020404" pitchFamily="49" charset="0"/>
              <a:buNone/>
              <a:defRPr/>
            </a:pPr>
            <a:endParaRPr lang="en-US" sz="1500">
              <a:solidFill>
                <a:schemeClr val="tx1"/>
              </a:solidFill>
              <a:cs typeface="Segoe UI"/>
            </a:endParaRPr>
          </a:p>
        </p:txBody>
      </p:sp>
      <p:sp>
        <p:nvSpPr>
          <p:cNvPr id="16" name="Rounded Rectangle 26">
            <a:extLst>
              <a:ext uri="{FF2B5EF4-FFF2-40B4-BE49-F238E27FC236}">
                <a16:creationId xmlns:a16="http://schemas.microsoft.com/office/drawing/2014/main" id="{B8265A62-CD43-E0C9-D9BB-9D5ED91F834F}"/>
              </a:ext>
            </a:extLst>
          </p:cNvPr>
          <p:cNvSpPr/>
          <p:nvPr/>
        </p:nvSpPr>
        <p:spPr bwMode="auto">
          <a:xfrm>
            <a:off x="8501812" y="2876550"/>
            <a:ext cx="3204000" cy="2835273"/>
          </a:xfrm>
          <a:prstGeom prst="roundRect">
            <a:avLst>
              <a:gd name="adj" fmla="val 8160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2880" rIns="36000"/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AEFF"/>
              </a:buClr>
              <a:buSzPct val="150000"/>
              <a:buFont typeface="Courier New" panose="02070309020205020404" pitchFamily="49" charset="0"/>
              <a:buNone/>
              <a:defRPr/>
            </a:pPr>
            <a:endParaRPr lang="en-US" sz="150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CC6702-A1DC-0B4C-ED13-968CA9DD4488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57991D-097D-61B4-17F3-6398514BB674}"/>
              </a:ext>
            </a:extLst>
          </p:cNvPr>
          <p:cNvCxnSpPr>
            <a:cxnSpLocks/>
          </p:cNvCxnSpPr>
          <p:nvPr userDrawn="1"/>
        </p:nvCxnSpPr>
        <p:spPr>
          <a:xfrm>
            <a:off x="542936" y="2679318"/>
            <a:ext cx="0" cy="3600000"/>
          </a:xfrm>
          <a:prstGeom prst="line">
            <a:avLst/>
          </a:prstGeom>
          <a:ln w="25400">
            <a:solidFill>
              <a:srgbClr val="F28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 6">
            <a:extLst>
              <a:ext uri="{FF2B5EF4-FFF2-40B4-BE49-F238E27FC236}">
                <a16:creationId xmlns:a16="http://schemas.microsoft.com/office/drawing/2014/main" id="{555CABE3-1508-45AF-4355-0CAC40ABA5F1}"/>
              </a:ext>
            </a:extLst>
          </p:cNvPr>
          <p:cNvSpPr/>
          <p:nvPr userDrawn="1"/>
        </p:nvSpPr>
        <p:spPr>
          <a:xfrm rot="10800000">
            <a:off x="380999" y="2365386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noFill/>
          <a:ln w="25400">
            <a:solidFill>
              <a:srgbClr val="F28C1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985B2BA3-A3D9-F841-2373-625B30B40A44}"/>
              </a:ext>
            </a:extLst>
          </p:cNvPr>
          <p:cNvSpPr/>
          <p:nvPr userDrawn="1"/>
        </p:nvSpPr>
        <p:spPr>
          <a:xfrm rot="10800000">
            <a:off x="4214054" y="2365386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6F6F6"/>
          </a:solidFill>
          <a:ln w="25400">
            <a:solidFill>
              <a:srgbClr val="F28C1A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B65B0D8-347A-8482-D034-80C58BA2D659}"/>
              </a:ext>
            </a:extLst>
          </p:cNvPr>
          <p:cNvCxnSpPr>
            <a:cxnSpLocks/>
          </p:cNvCxnSpPr>
          <p:nvPr userDrawn="1"/>
        </p:nvCxnSpPr>
        <p:spPr>
          <a:xfrm>
            <a:off x="8191634" y="2679318"/>
            <a:ext cx="0" cy="3600000"/>
          </a:xfrm>
          <a:prstGeom prst="line">
            <a:avLst/>
          </a:prstGeom>
          <a:ln w="25400">
            <a:solidFill>
              <a:srgbClr val="F28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 6">
            <a:extLst>
              <a:ext uri="{FF2B5EF4-FFF2-40B4-BE49-F238E27FC236}">
                <a16:creationId xmlns:a16="http://schemas.microsoft.com/office/drawing/2014/main" id="{09E0DFB8-6539-C83D-EC2E-0E1BB75906FB}"/>
              </a:ext>
            </a:extLst>
          </p:cNvPr>
          <p:cNvSpPr/>
          <p:nvPr userDrawn="1"/>
        </p:nvSpPr>
        <p:spPr>
          <a:xfrm rot="10800000">
            <a:off x="8035369" y="2365386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6F6F6"/>
          </a:solidFill>
          <a:ln w="25400">
            <a:solidFill>
              <a:srgbClr val="F28C1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Zástupný obsah 1">
            <a:extLst>
              <a:ext uri="{FF2B5EF4-FFF2-40B4-BE49-F238E27FC236}">
                <a16:creationId xmlns:a16="http://schemas.microsoft.com/office/drawing/2014/main" id="{69A7D48C-4519-1BDB-7175-2F3DEF94B652}"/>
              </a:ext>
            </a:extLst>
          </p:cNvPr>
          <p:cNvSpPr>
            <a:spLocks noGrp="1"/>
          </p:cNvSpPr>
          <p:nvPr userDrawn="1">
            <p:ph idx="22" hasCustomPrompt="1"/>
          </p:nvPr>
        </p:nvSpPr>
        <p:spPr>
          <a:xfrm>
            <a:off x="4677461" y="2365385"/>
            <a:ext cx="3197252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51" name="Zástupný obsah 1">
            <a:extLst>
              <a:ext uri="{FF2B5EF4-FFF2-40B4-BE49-F238E27FC236}">
                <a16:creationId xmlns:a16="http://schemas.microsoft.com/office/drawing/2014/main" id="{3E6807EA-D334-ED59-7A83-AED76D974E93}"/>
              </a:ext>
            </a:extLst>
          </p:cNvPr>
          <p:cNvSpPr>
            <a:spLocks noGrp="1"/>
          </p:cNvSpPr>
          <p:nvPr userDrawn="1">
            <p:ph idx="23" hasCustomPrompt="1"/>
          </p:nvPr>
        </p:nvSpPr>
        <p:spPr>
          <a:xfrm>
            <a:off x="859624" y="2365385"/>
            <a:ext cx="3197252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43" name="Zástupný obsah 1">
            <a:extLst>
              <a:ext uri="{FF2B5EF4-FFF2-40B4-BE49-F238E27FC236}">
                <a16:creationId xmlns:a16="http://schemas.microsoft.com/office/drawing/2014/main" id="{0F695E5E-A681-BBE2-953F-CB635861725A}"/>
              </a:ext>
            </a:extLst>
          </p:cNvPr>
          <p:cNvSpPr>
            <a:spLocks noGrp="1"/>
          </p:cNvSpPr>
          <p:nvPr userDrawn="1">
            <p:ph idx="21" hasCustomPrompt="1"/>
          </p:nvPr>
        </p:nvSpPr>
        <p:spPr>
          <a:xfrm>
            <a:off x="8508560" y="2365385"/>
            <a:ext cx="3197252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52" name="Zástupný obsah 1">
            <a:extLst>
              <a:ext uri="{FF2B5EF4-FFF2-40B4-BE49-F238E27FC236}">
                <a16:creationId xmlns:a16="http://schemas.microsoft.com/office/drawing/2014/main" id="{20883A68-D224-9C8B-DABC-977853C2B5EA}"/>
              </a:ext>
            </a:extLst>
          </p:cNvPr>
          <p:cNvSpPr>
            <a:spLocks noGrp="1"/>
          </p:cNvSpPr>
          <p:nvPr userDrawn="1">
            <p:ph idx="24" hasCustomPrompt="1"/>
          </p:nvPr>
        </p:nvSpPr>
        <p:spPr>
          <a:xfrm>
            <a:off x="542924" y="1421720"/>
            <a:ext cx="9839324" cy="369332"/>
          </a:xfrm>
        </p:spPr>
        <p:txBody>
          <a:bodyPr wrap="square" lIns="90000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D2E0C15-D987-6F37-8356-D04CCBDB0662}"/>
              </a:ext>
            </a:extLst>
          </p:cNvPr>
          <p:cNvCxnSpPr>
            <a:cxnSpLocks/>
          </p:cNvCxnSpPr>
          <p:nvPr userDrawn="1"/>
        </p:nvCxnSpPr>
        <p:spPr>
          <a:xfrm>
            <a:off x="4370319" y="2679318"/>
            <a:ext cx="0" cy="3600000"/>
          </a:xfrm>
          <a:prstGeom prst="line">
            <a:avLst/>
          </a:prstGeom>
          <a:ln w="25400">
            <a:solidFill>
              <a:srgbClr val="F28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F55F8D-7A6D-0AB8-737B-7E310A90F5CD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E0DA3E-22C5-1913-C44A-3DE9CA91FDF5}"/>
              </a:ext>
            </a:extLst>
          </p:cNvPr>
          <p:cNvCxnSpPr>
            <a:cxnSpLocks/>
          </p:cNvCxnSpPr>
          <p:nvPr userDrawn="1"/>
        </p:nvCxnSpPr>
        <p:spPr>
          <a:xfrm>
            <a:off x="8191634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E27D504-1F15-D6A1-1F51-356ACEB52335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0F6625-9544-2A59-C064-12F0D3A354ED}"/>
              </a:ext>
            </a:extLst>
          </p:cNvPr>
          <p:cNvCxnSpPr>
            <a:cxnSpLocks/>
          </p:cNvCxnSpPr>
          <p:nvPr userDrawn="1"/>
        </p:nvCxnSpPr>
        <p:spPr>
          <a:xfrm>
            <a:off x="8191634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62E1997-E00A-931A-D393-DC3ACCCE2B99}"/>
              </a:ext>
            </a:extLst>
          </p:cNvPr>
          <p:cNvCxnSpPr>
            <a:cxnSpLocks/>
          </p:cNvCxnSpPr>
          <p:nvPr userDrawn="1"/>
        </p:nvCxnSpPr>
        <p:spPr>
          <a:xfrm>
            <a:off x="4057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1C36299-3676-E3E5-57B0-A31C205FF334}"/>
              </a:ext>
            </a:extLst>
          </p:cNvPr>
          <p:cNvCxnSpPr>
            <a:cxnSpLocks/>
          </p:cNvCxnSpPr>
          <p:nvPr userDrawn="1"/>
        </p:nvCxnSpPr>
        <p:spPr>
          <a:xfrm>
            <a:off x="4057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3874C4D-CE73-F984-0C7D-5352856501B2}"/>
              </a:ext>
            </a:extLst>
          </p:cNvPr>
          <p:cNvCxnSpPr>
            <a:cxnSpLocks/>
          </p:cNvCxnSpPr>
          <p:nvPr userDrawn="1"/>
        </p:nvCxnSpPr>
        <p:spPr>
          <a:xfrm>
            <a:off x="4677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B1DAE4-832B-73F5-5233-6366A0756D69}"/>
              </a:ext>
            </a:extLst>
          </p:cNvPr>
          <p:cNvCxnSpPr>
            <a:cxnSpLocks/>
          </p:cNvCxnSpPr>
          <p:nvPr userDrawn="1"/>
        </p:nvCxnSpPr>
        <p:spPr>
          <a:xfrm>
            <a:off x="4677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9C851B1-F1E9-AD28-A949-52F4866DD580}"/>
              </a:ext>
            </a:extLst>
          </p:cNvPr>
          <p:cNvCxnSpPr>
            <a:cxnSpLocks/>
          </p:cNvCxnSpPr>
          <p:nvPr userDrawn="1"/>
        </p:nvCxnSpPr>
        <p:spPr>
          <a:xfrm>
            <a:off x="7881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C7253A0-3BAC-78CD-3203-1C236FD2B430}"/>
              </a:ext>
            </a:extLst>
          </p:cNvPr>
          <p:cNvCxnSpPr>
            <a:cxnSpLocks/>
          </p:cNvCxnSpPr>
          <p:nvPr userDrawn="1"/>
        </p:nvCxnSpPr>
        <p:spPr>
          <a:xfrm>
            <a:off x="7881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CC30DC9-41DA-E253-76A2-E648497C66FF}"/>
              </a:ext>
            </a:extLst>
          </p:cNvPr>
          <p:cNvCxnSpPr>
            <a:cxnSpLocks/>
          </p:cNvCxnSpPr>
          <p:nvPr userDrawn="1"/>
        </p:nvCxnSpPr>
        <p:spPr>
          <a:xfrm>
            <a:off x="8501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7CD8635-2B70-800A-D1D8-B66DE4141603}"/>
              </a:ext>
            </a:extLst>
          </p:cNvPr>
          <p:cNvCxnSpPr>
            <a:cxnSpLocks/>
          </p:cNvCxnSpPr>
          <p:nvPr userDrawn="1"/>
        </p:nvCxnSpPr>
        <p:spPr>
          <a:xfrm>
            <a:off x="8501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6F75EEB-0E3D-3342-BFAE-14EF4B61DAAA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40DB8B5-99F3-9827-FFC4-736363E3F504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EA291C1-8D75-5692-BFA2-FABDCCD60A7A}"/>
              </a:ext>
            </a:extLst>
          </p:cNvPr>
          <p:cNvCxnSpPr>
            <a:cxnSpLocks/>
          </p:cNvCxnSpPr>
          <p:nvPr userDrawn="1"/>
        </p:nvCxnSpPr>
        <p:spPr>
          <a:xfrm>
            <a:off x="4370319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9093C7B-8881-5B90-9683-79210F1F086C}"/>
              </a:ext>
            </a:extLst>
          </p:cNvPr>
          <p:cNvCxnSpPr>
            <a:cxnSpLocks/>
          </p:cNvCxnSpPr>
          <p:nvPr userDrawn="1"/>
        </p:nvCxnSpPr>
        <p:spPr>
          <a:xfrm>
            <a:off x="4370319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4" name="Zástupný text 7" descr="Podnadpis">
            <a:extLst>
              <a:ext uri="{FF2B5EF4-FFF2-40B4-BE49-F238E27FC236}">
                <a16:creationId xmlns:a16="http://schemas.microsoft.com/office/drawing/2014/main" id="{8D215D77-8716-C8D6-1D6D-A63AC9A46E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  <p:sp>
        <p:nvSpPr>
          <p:cNvPr id="72" name="Zástupný obsah 2">
            <a:extLst>
              <a:ext uri="{FF2B5EF4-FFF2-40B4-BE49-F238E27FC236}">
                <a16:creationId xmlns:a16="http://schemas.microsoft.com/office/drawing/2014/main" id="{8BEEBFB6-DB7F-CAF7-F73A-2FB9DF38C44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8501812" y="3053862"/>
            <a:ext cx="3210743" cy="809452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266700" indent="-2667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lang="cs-CZ" sz="1400" kern="1200" dirty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>
              <a:defRPr lang="cs-CZ" sz="1200" b="0" dirty="0">
                <a:latin typeface="Arial Nova" panose="020B0504020202020204" pitchFamily="34" charset="0"/>
              </a:defRPr>
            </a:lvl2pPr>
            <a:lvl3pPr>
              <a:defRPr lang="cs-CZ" sz="1100" b="0" dirty="0">
                <a:latin typeface="Arial Nova" panose="020B0504020202020204" pitchFamily="34" charset="0"/>
              </a:defRPr>
            </a:lvl3pPr>
            <a:lvl4pPr>
              <a:defRPr lang="cs-CZ" sz="1000" b="0" dirty="0">
                <a:latin typeface="Arial Nova" panose="020B0504020202020204" pitchFamily="34" charset="0"/>
              </a:defRPr>
            </a:lvl4pPr>
            <a:lvl5pPr>
              <a:defRPr lang="cs-CZ" sz="2900" b="1" dirty="0">
                <a:latin typeface="Arial Nova" panose="020B0504020202020204" pitchFamily="34" charset="0"/>
              </a:defRPr>
            </a:lvl5pPr>
          </a:lstStyle>
          <a:p>
            <a:pPr>
              <a:spcBef>
                <a:spcPts val="0"/>
              </a:spcBef>
            </a:pPr>
            <a:r>
              <a:rPr lang="en-US"/>
              <a:t>Click to edit the text</a:t>
            </a:r>
          </a:p>
          <a:p>
            <a:pPr lvl="1">
              <a:spcBef>
                <a:spcPts val="0"/>
              </a:spcBef>
            </a:pPr>
            <a:r>
              <a:rPr lang="en-US"/>
              <a:t>2nd level</a:t>
            </a:r>
          </a:p>
          <a:p>
            <a:pPr lvl="2">
              <a:spcBef>
                <a:spcPts val="0"/>
              </a:spcBef>
            </a:pPr>
            <a:r>
              <a:rPr lang="en-US"/>
              <a:t>3rd level</a:t>
            </a:r>
          </a:p>
          <a:p>
            <a:pPr lvl="3">
              <a:spcBef>
                <a:spcPts val="0"/>
              </a:spcBef>
            </a:pPr>
            <a:r>
              <a:rPr lang="en-US"/>
              <a:t>4th level</a:t>
            </a:r>
            <a:endParaRPr lang="cs-CZ"/>
          </a:p>
        </p:txBody>
      </p:sp>
      <p:sp>
        <p:nvSpPr>
          <p:cNvPr id="73" name="Zástupný obsah 2">
            <a:extLst>
              <a:ext uri="{FF2B5EF4-FFF2-40B4-BE49-F238E27FC236}">
                <a16:creationId xmlns:a16="http://schemas.microsoft.com/office/drawing/2014/main" id="{DFE207A5-5536-29E0-C0DB-F7DD2F10BDE9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4677461" y="3053862"/>
            <a:ext cx="3210743" cy="809452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266700" indent="-2667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lang="cs-CZ" sz="1400" kern="1200" dirty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>
              <a:defRPr lang="cs-CZ" sz="1200" b="0" dirty="0">
                <a:latin typeface="Arial Nova" panose="020B0504020202020204" pitchFamily="34" charset="0"/>
              </a:defRPr>
            </a:lvl2pPr>
            <a:lvl3pPr>
              <a:defRPr lang="cs-CZ" sz="1100" b="0" dirty="0">
                <a:latin typeface="Arial Nova" panose="020B0504020202020204" pitchFamily="34" charset="0"/>
              </a:defRPr>
            </a:lvl3pPr>
            <a:lvl4pPr>
              <a:defRPr lang="cs-CZ" sz="1000" b="0" dirty="0">
                <a:latin typeface="Arial Nova" panose="020B0504020202020204" pitchFamily="34" charset="0"/>
              </a:defRPr>
            </a:lvl4pPr>
            <a:lvl5pPr>
              <a:defRPr lang="cs-CZ" sz="2900" b="1" dirty="0">
                <a:latin typeface="Arial Nova" panose="020B0504020202020204" pitchFamily="34" charset="0"/>
              </a:defRPr>
            </a:lvl5pPr>
          </a:lstStyle>
          <a:p>
            <a:pPr>
              <a:spcBef>
                <a:spcPts val="0"/>
              </a:spcBef>
            </a:pPr>
            <a:r>
              <a:rPr lang="en-US"/>
              <a:t>Click to edit the text</a:t>
            </a:r>
          </a:p>
          <a:p>
            <a:pPr lvl="1">
              <a:spcBef>
                <a:spcPts val="0"/>
              </a:spcBef>
            </a:pPr>
            <a:r>
              <a:rPr lang="en-US"/>
              <a:t>2nd level</a:t>
            </a:r>
          </a:p>
          <a:p>
            <a:pPr lvl="2">
              <a:spcBef>
                <a:spcPts val="0"/>
              </a:spcBef>
            </a:pPr>
            <a:r>
              <a:rPr lang="en-US"/>
              <a:t>3rd level</a:t>
            </a:r>
          </a:p>
          <a:p>
            <a:pPr lvl="3">
              <a:spcBef>
                <a:spcPts val="0"/>
              </a:spcBef>
            </a:pPr>
            <a:r>
              <a:rPr lang="en-US"/>
              <a:t>4th level</a:t>
            </a:r>
            <a:endParaRPr lang="cs-CZ"/>
          </a:p>
        </p:txBody>
      </p:sp>
      <p:sp>
        <p:nvSpPr>
          <p:cNvPr id="74" name="Zástupný obsah 2">
            <a:extLst>
              <a:ext uri="{FF2B5EF4-FFF2-40B4-BE49-F238E27FC236}">
                <a16:creationId xmlns:a16="http://schemas.microsoft.com/office/drawing/2014/main" id="{7C37C2E3-3652-EAA4-D53F-84FD469A7F39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849395" y="3053862"/>
            <a:ext cx="3210743" cy="809452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266700" indent="-2667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2"/>
              </a:buClr>
              <a:buSzPct val="150000"/>
              <a:buFont typeface="Courier New" panose="02070309020205020404" pitchFamily="49" charset="0"/>
              <a:buChar char="o"/>
              <a:defRPr lang="cs-CZ" sz="1400" kern="1200" dirty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>
              <a:defRPr lang="cs-CZ" sz="1200" b="0" dirty="0">
                <a:latin typeface="Arial Nova" panose="020B0504020202020204" pitchFamily="34" charset="0"/>
              </a:defRPr>
            </a:lvl2pPr>
            <a:lvl3pPr>
              <a:defRPr lang="cs-CZ" sz="1100" b="0" dirty="0">
                <a:latin typeface="Arial Nova" panose="020B0504020202020204" pitchFamily="34" charset="0"/>
              </a:defRPr>
            </a:lvl3pPr>
            <a:lvl4pPr>
              <a:defRPr lang="cs-CZ" sz="1000" b="0" dirty="0">
                <a:latin typeface="Arial Nova" panose="020B0504020202020204" pitchFamily="34" charset="0"/>
              </a:defRPr>
            </a:lvl4pPr>
            <a:lvl5pPr>
              <a:defRPr lang="cs-CZ" sz="2900" b="1" dirty="0">
                <a:latin typeface="Arial Nova" panose="020B0504020202020204" pitchFamily="34" charset="0"/>
              </a:defRPr>
            </a:lvl5pPr>
          </a:lstStyle>
          <a:p>
            <a:pPr>
              <a:spcBef>
                <a:spcPts val="0"/>
              </a:spcBef>
            </a:pPr>
            <a:r>
              <a:rPr lang="en-US"/>
              <a:t>Click to edit the text</a:t>
            </a:r>
          </a:p>
          <a:p>
            <a:pPr lvl="1">
              <a:spcBef>
                <a:spcPts val="0"/>
              </a:spcBef>
            </a:pPr>
            <a:r>
              <a:rPr lang="en-US"/>
              <a:t>2nd level</a:t>
            </a:r>
          </a:p>
          <a:p>
            <a:pPr lvl="2">
              <a:spcBef>
                <a:spcPts val="0"/>
              </a:spcBef>
            </a:pPr>
            <a:r>
              <a:rPr lang="en-US"/>
              <a:t>3rd level</a:t>
            </a:r>
          </a:p>
          <a:p>
            <a:pPr lvl="3">
              <a:spcBef>
                <a:spcPts val="0"/>
              </a:spcBef>
            </a:pPr>
            <a:r>
              <a:rPr lang="en-US"/>
              <a:t>4th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3409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3_sections_multicolour_one_row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obsah 1">
            <a:extLst>
              <a:ext uri="{FF2B5EF4-FFF2-40B4-BE49-F238E27FC236}">
                <a16:creationId xmlns:a16="http://schemas.microsoft.com/office/drawing/2014/main" id="{1038A191-1453-A37D-102D-A370180151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77461" y="1313934"/>
            <a:ext cx="3197487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 IN ONE ROW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313934"/>
            <a:ext cx="3197487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IN ONE ROW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B96799-CAF7-1AB8-95A1-C7CF251F1214}"/>
              </a:ext>
            </a:extLst>
          </p:cNvPr>
          <p:cNvGrpSpPr/>
          <p:nvPr userDrawn="1"/>
        </p:nvGrpSpPr>
        <p:grpSpPr>
          <a:xfrm>
            <a:off x="380999" y="1357638"/>
            <a:ext cx="312531" cy="4967748"/>
            <a:chOff x="380999" y="1357638"/>
            <a:chExt cx="312531" cy="49677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D797E5-EBA8-B0FC-3A39-205019BDDD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4653816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DD806EB8-05A8-5F2B-726B-8E29805A79F8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7D448D-2922-9D77-62AB-17110D918A72}"/>
              </a:ext>
            </a:extLst>
          </p:cNvPr>
          <p:cNvGrpSpPr/>
          <p:nvPr userDrawn="1"/>
        </p:nvGrpSpPr>
        <p:grpSpPr>
          <a:xfrm>
            <a:off x="4214054" y="1357638"/>
            <a:ext cx="312531" cy="4967748"/>
            <a:chOff x="4214054" y="1357638"/>
            <a:chExt cx="312531" cy="49677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0228CA-0069-6388-F5AD-C4ADA8D0FC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0319" y="1671571"/>
              <a:ext cx="0" cy="465381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DF875F55-A735-3915-AA81-6C22393CDC0F}"/>
                </a:ext>
              </a:extLst>
            </p:cNvPr>
            <p:cNvSpPr/>
            <p:nvPr userDrawn="1"/>
          </p:nvSpPr>
          <p:spPr>
            <a:xfrm rot="10800000">
              <a:off x="4214054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6F6F6"/>
            </a:solidFill>
            <a:ln w="25400">
              <a:solidFill>
                <a:schemeClr val="tx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981DB8-4686-9A90-B03A-CE77E181C658}"/>
              </a:ext>
            </a:extLst>
          </p:cNvPr>
          <p:cNvGrpSpPr/>
          <p:nvPr userDrawn="1"/>
        </p:nvGrpSpPr>
        <p:grpSpPr>
          <a:xfrm>
            <a:off x="8035369" y="1357639"/>
            <a:ext cx="312531" cy="4967747"/>
            <a:chOff x="8035369" y="1357639"/>
            <a:chExt cx="312531" cy="496774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608E8F-8E62-9A31-6F11-BE3A371716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91634" y="1671571"/>
              <a:ext cx="0" cy="4653815"/>
            </a:xfrm>
            <a:prstGeom prst="line">
              <a:avLst/>
            </a:prstGeom>
            <a:ln w="25400">
              <a:solidFill>
                <a:srgbClr val="F28C1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816AF1AD-99EF-327F-342E-828B2AD1678C}"/>
                </a:ext>
              </a:extLst>
            </p:cNvPr>
            <p:cNvSpPr/>
            <p:nvPr userDrawn="1"/>
          </p:nvSpPr>
          <p:spPr>
            <a:xfrm rot="10800000">
              <a:off x="8035369" y="1357639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6F6F6"/>
            </a:solidFill>
            <a:ln w="25400">
              <a:solidFill>
                <a:srgbClr val="F28C1A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Zástupný obsah 1">
            <a:extLst>
              <a:ext uri="{FF2B5EF4-FFF2-40B4-BE49-F238E27FC236}">
                <a16:creationId xmlns:a16="http://schemas.microsoft.com/office/drawing/2014/main" id="{0E1E85D8-3C4B-E202-C64F-91721E8E17D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508560" y="1313934"/>
            <a:ext cx="3197252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rgbClr val="F28C1A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 IN ONE ROW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E36E8C-F4EA-23E4-A82A-77F5A7F8C8EA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8236B5-ED5C-310F-87AA-F23DB2E7EB84}"/>
              </a:ext>
            </a:extLst>
          </p:cNvPr>
          <p:cNvCxnSpPr>
            <a:cxnSpLocks/>
          </p:cNvCxnSpPr>
          <p:nvPr userDrawn="1"/>
        </p:nvCxnSpPr>
        <p:spPr>
          <a:xfrm>
            <a:off x="8191634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67C488E-46D2-6EDC-A8AC-FE5EAC15213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A2B4A3-C38F-4780-6881-3643CC55B1CE}"/>
              </a:ext>
            </a:extLst>
          </p:cNvPr>
          <p:cNvCxnSpPr>
            <a:cxnSpLocks/>
          </p:cNvCxnSpPr>
          <p:nvPr userDrawn="1"/>
        </p:nvCxnSpPr>
        <p:spPr>
          <a:xfrm>
            <a:off x="8191634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C739503-F62F-9D9B-6BD8-B32BBD9D0E6A}"/>
              </a:ext>
            </a:extLst>
          </p:cNvPr>
          <p:cNvCxnSpPr>
            <a:cxnSpLocks/>
          </p:cNvCxnSpPr>
          <p:nvPr userDrawn="1"/>
        </p:nvCxnSpPr>
        <p:spPr>
          <a:xfrm>
            <a:off x="4057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24BD3-BE3C-C2FC-E895-C090936630F6}"/>
              </a:ext>
            </a:extLst>
          </p:cNvPr>
          <p:cNvCxnSpPr>
            <a:cxnSpLocks/>
          </p:cNvCxnSpPr>
          <p:nvPr userDrawn="1"/>
        </p:nvCxnSpPr>
        <p:spPr>
          <a:xfrm>
            <a:off x="4057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C31494C-0ED1-CE88-0F0F-4DE99054E15A}"/>
              </a:ext>
            </a:extLst>
          </p:cNvPr>
          <p:cNvCxnSpPr>
            <a:cxnSpLocks/>
          </p:cNvCxnSpPr>
          <p:nvPr userDrawn="1"/>
        </p:nvCxnSpPr>
        <p:spPr>
          <a:xfrm>
            <a:off x="4677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5EB1EE2-F701-1CF9-76C1-46902F33F4FD}"/>
              </a:ext>
            </a:extLst>
          </p:cNvPr>
          <p:cNvCxnSpPr>
            <a:cxnSpLocks/>
          </p:cNvCxnSpPr>
          <p:nvPr userDrawn="1"/>
        </p:nvCxnSpPr>
        <p:spPr>
          <a:xfrm>
            <a:off x="4677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6CDC09D-CC5F-940D-57EB-BAF90B03FBCD}"/>
              </a:ext>
            </a:extLst>
          </p:cNvPr>
          <p:cNvCxnSpPr>
            <a:cxnSpLocks/>
          </p:cNvCxnSpPr>
          <p:nvPr userDrawn="1"/>
        </p:nvCxnSpPr>
        <p:spPr>
          <a:xfrm>
            <a:off x="7881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F1B1A0B-F803-DD46-B520-3847B7EEDD7F}"/>
              </a:ext>
            </a:extLst>
          </p:cNvPr>
          <p:cNvCxnSpPr>
            <a:cxnSpLocks/>
          </p:cNvCxnSpPr>
          <p:nvPr userDrawn="1"/>
        </p:nvCxnSpPr>
        <p:spPr>
          <a:xfrm>
            <a:off x="7881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A93FC3B-6F06-FECC-9F71-984391170A9F}"/>
              </a:ext>
            </a:extLst>
          </p:cNvPr>
          <p:cNvCxnSpPr>
            <a:cxnSpLocks/>
          </p:cNvCxnSpPr>
          <p:nvPr userDrawn="1"/>
        </p:nvCxnSpPr>
        <p:spPr>
          <a:xfrm>
            <a:off x="8501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3355C6C-375C-4D00-FDAA-EC15CFA168C5}"/>
              </a:ext>
            </a:extLst>
          </p:cNvPr>
          <p:cNvCxnSpPr>
            <a:cxnSpLocks/>
          </p:cNvCxnSpPr>
          <p:nvPr userDrawn="1"/>
        </p:nvCxnSpPr>
        <p:spPr>
          <a:xfrm>
            <a:off x="8501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CF0CD1A-C652-EA33-F1B3-0AFE3B17DB6A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CB095DF-FD47-21F8-75DB-4CEBBBFF5C69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F940B50-A16B-6A50-FA0B-9B186D1CEA82}"/>
              </a:ext>
            </a:extLst>
          </p:cNvPr>
          <p:cNvCxnSpPr>
            <a:cxnSpLocks/>
          </p:cNvCxnSpPr>
          <p:nvPr userDrawn="1"/>
        </p:nvCxnSpPr>
        <p:spPr>
          <a:xfrm>
            <a:off x="4370319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A88AADF-7E85-ECA3-3B43-0D8A7EC2A44C}"/>
              </a:ext>
            </a:extLst>
          </p:cNvPr>
          <p:cNvCxnSpPr>
            <a:cxnSpLocks/>
          </p:cNvCxnSpPr>
          <p:nvPr userDrawn="1"/>
        </p:nvCxnSpPr>
        <p:spPr>
          <a:xfrm>
            <a:off x="4370319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Zástupný text 7" descr="Podnadpis">
            <a:extLst>
              <a:ext uri="{FF2B5EF4-FFF2-40B4-BE49-F238E27FC236}">
                <a16:creationId xmlns:a16="http://schemas.microsoft.com/office/drawing/2014/main" id="{DBA874E8-9AED-49B9-82BD-6F8A3E565D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1335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3_sections_multicolour_one_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obsah 1">
            <a:extLst>
              <a:ext uri="{FF2B5EF4-FFF2-40B4-BE49-F238E27FC236}">
                <a16:creationId xmlns:a16="http://schemas.microsoft.com/office/drawing/2014/main" id="{1038A191-1453-A37D-102D-A370180151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77461" y="1313934"/>
            <a:ext cx="3197487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 IN ONE ROW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313934"/>
            <a:ext cx="3197487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IN ONE ROW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B96799-CAF7-1AB8-95A1-C7CF251F1214}"/>
              </a:ext>
            </a:extLst>
          </p:cNvPr>
          <p:cNvGrpSpPr/>
          <p:nvPr userDrawn="1"/>
        </p:nvGrpSpPr>
        <p:grpSpPr>
          <a:xfrm>
            <a:off x="380999" y="1357638"/>
            <a:ext cx="312531" cy="4967748"/>
            <a:chOff x="380999" y="1357638"/>
            <a:chExt cx="312531" cy="49677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D797E5-EBA8-B0FC-3A39-205019BDDD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4653816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DD806EB8-05A8-5F2B-726B-8E29805A79F8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7D448D-2922-9D77-62AB-17110D918A72}"/>
              </a:ext>
            </a:extLst>
          </p:cNvPr>
          <p:cNvGrpSpPr/>
          <p:nvPr userDrawn="1"/>
        </p:nvGrpSpPr>
        <p:grpSpPr>
          <a:xfrm>
            <a:off x="4214054" y="1357638"/>
            <a:ext cx="312531" cy="4967748"/>
            <a:chOff x="4214054" y="1357638"/>
            <a:chExt cx="312531" cy="49677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0228CA-0069-6388-F5AD-C4ADA8D0FC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0319" y="1671571"/>
              <a:ext cx="0" cy="465381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DF875F55-A735-3915-AA81-6C22393CDC0F}"/>
                </a:ext>
              </a:extLst>
            </p:cNvPr>
            <p:cNvSpPr/>
            <p:nvPr userDrawn="1"/>
          </p:nvSpPr>
          <p:spPr>
            <a:xfrm rot="10800000">
              <a:off x="4214054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6F6F6"/>
            </a:solidFill>
            <a:ln w="25400">
              <a:solidFill>
                <a:schemeClr val="tx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981DB8-4686-9A90-B03A-CE77E181C658}"/>
              </a:ext>
            </a:extLst>
          </p:cNvPr>
          <p:cNvGrpSpPr/>
          <p:nvPr userDrawn="1"/>
        </p:nvGrpSpPr>
        <p:grpSpPr>
          <a:xfrm>
            <a:off x="8035369" y="1357639"/>
            <a:ext cx="312531" cy="4967747"/>
            <a:chOff x="8035369" y="1357639"/>
            <a:chExt cx="312531" cy="496774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608E8F-8E62-9A31-6F11-BE3A371716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91634" y="1671571"/>
              <a:ext cx="0" cy="4653815"/>
            </a:xfrm>
            <a:prstGeom prst="line">
              <a:avLst/>
            </a:prstGeom>
            <a:ln w="25400">
              <a:solidFill>
                <a:srgbClr val="F28C1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816AF1AD-99EF-327F-342E-828B2AD1678C}"/>
                </a:ext>
              </a:extLst>
            </p:cNvPr>
            <p:cNvSpPr/>
            <p:nvPr userDrawn="1"/>
          </p:nvSpPr>
          <p:spPr>
            <a:xfrm rot="10800000">
              <a:off x="8035369" y="1357639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6F6F6"/>
            </a:solidFill>
            <a:ln w="25400">
              <a:solidFill>
                <a:srgbClr val="F28C1A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Zástupný obsah 1">
            <a:extLst>
              <a:ext uri="{FF2B5EF4-FFF2-40B4-BE49-F238E27FC236}">
                <a16:creationId xmlns:a16="http://schemas.microsoft.com/office/drawing/2014/main" id="{0E1E85D8-3C4B-E202-C64F-91721E8E17D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508560" y="1313934"/>
            <a:ext cx="3197252" cy="369332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rgbClr val="F28C1A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 IN ONE ROW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E36E8C-F4EA-23E4-A82A-77F5A7F8C8EA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8236B5-ED5C-310F-87AA-F23DB2E7EB84}"/>
              </a:ext>
            </a:extLst>
          </p:cNvPr>
          <p:cNvCxnSpPr>
            <a:cxnSpLocks/>
          </p:cNvCxnSpPr>
          <p:nvPr userDrawn="1"/>
        </p:nvCxnSpPr>
        <p:spPr>
          <a:xfrm>
            <a:off x="8191634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67C488E-46D2-6EDC-A8AC-FE5EAC15213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A2B4A3-C38F-4780-6881-3643CC55B1CE}"/>
              </a:ext>
            </a:extLst>
          </p:cNvPr>
          <p:cNvCxnSpPr>
            <a:cxnSpLocks/>
          </p:cNvCxnSpPr>
          <p:nvPr userDrawn="1"/>
        </p:nvCxnSpPr>
        <p:spPr>
          <a:xfrm>
            <a:off x="8191634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C739503-F62F-9D9B-6BD8-B32BBD9D0E6A}"/>
              </a:ext>
            </a:extLst>
          </p:cNvPr>
          <p:cNvCxnSpPr>
            <a:cxnSpLocks/>
          </p:cNvCxnSpPr>
          <p:nvPr userDrawn="1"/>
        </p:nvCxnSpPr>
        <p:spPr>
          <a:xfrm>
            <a:off x="4057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24BD3-BE3C-C2FC-E895-C090936630F6}"/>
              </a:ext>
            </a:extLst>
          </p:cNvPr>
          <p:cNvCxnSpPr>
            <a:cxnSpLocks/>
          </p:cNvCxnSpPr>
          <p:nvPr userDrawn="1"/>
        </p:nvCxnSpPr>
        <p:spPr>
          <a:xfrm>
            <a:off x="4057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C31494C-0ED1-CE88-0F0F-4DE99054E15A}"/>
              </a:ext>
            </a:extLst>
          </p:cNvPr>
          <p:cNvCxnSpPr>
            <a:cxnSpLocks/>
          </p:cNvCxnSpPr>
          <p:nvPr userDrawn="1"/>
        </p:nvCxnSpPr>
        <p:spPr>
          <a:xfrm>
            <a:off x="4677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5EB1EE2-F701-1CF9-76C1-46902F33F4FD}"/>
              </a:ext>
            </a:extLst>
          </p:cNvPr>
          <p:cNvCxnSpPr>
            <a:cxnSpLocks/>
          </p:cNvCxnSpPr>
          <p:nvPr userDrawn="1"/>
        </p:nvCxnSpPr>
        <p:spPr>
          <a:xfrm>
            <a:off x="4677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6CDC09D-CC5F-940D-57EB-BAF90B03FBCD}"/>
              </a:ext>
            </a:extLst>
          </p:cNvPr>
          <p:cNvCxnSpPr>
            <a:cxnSpLocks/>
          </p:cNvCxnSpPr>
          <p:nvPr userDrawn="1"/>
        </p:nvCxnSpPr>
        <p:spPr>
          <a:xfrm>
            <a:off x="7881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F1B1A0B-F803-DD46-B520-3847B7EEDD7F}"/>
              </a:ext>
            </a:extLst>
          </p:cNvPr>
          <p:cNvCxnSpPr>
            <a:cxnSpLocks/>
          </p:cNvCxnSpPr>
          <p:nvPr userDrawn="1"/>
        </p:nvCxnSpPr>
        <p:spPr>
          <a:xfrm>
            <a:off x="7881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A93FC3B-6F06-FECC-9F71-984391170A9F}"/>
              </a:ext>
            </a:extLst>
          </p:cNvPr>
          <p:cNvCxnSpPr>
            <a:cxnSpLocks/>
          </p:cNvCxnSpPr>
          <p:nvPr userDrawn="1"/>
        </p:nvCxnSpPr>
        <p:spPr>
          <a:xfrm>
            <a:off x="8501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3355C6C-375C-4D00-FDAA-EC15CFA168C5}"/>
              </a:ext>
            </a:extLst>
          </p:cNvPr>
          <p:cNvCxnSpPr>
            <a:cxnSpLocks/>
          </p:cNvCxnSpPr>
          <p:nvPr userDrawn="1"/>
        </p:nvCxnSpPr>
        <p:spPr>
          <a:xfrm>
            <a:off x="8501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CF0CD1A-C652-EA33-F1B3-0AFE3B17DB6A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CB095DF-FD47-21F8-75DB-4CEBBBFF5C69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F940B50-A16B-6A50-FA0B-9B186D1CEA82}"/>
              </a:ext>
            </a:extLst>
          </p:cNvPr>
          <p:cNvCxnSpPr>
            <a:cxnSpLocks/>
          </p:cNvCxnSpPr>
          <p:nvPr userDrawn="1"/>
        </p:nvCxnSpPr>
        <p:spPr>
          <a:xfrm>
            <a:off x="4370319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A88AADF-7E85-ECA3-3B43-0D8A7EC2A44C}"/>
              </a:ext>
            </a:extLst>
          </p:cNvPr>
          <p:cNvCxnSpPr>
            <a:cxnSpLocks/>
          </p:cNvCxnSpPr>
          <p:nvPr userDrawn="1"/>
        </p:nvCxnSpPr>
        <p:spPr>
          <a:xfrm>
            <a:off x="4370319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Zástupný text 7" descr="Podnadpis">
            <a:extLst>
              <a:ext uri="{FF2B5EF4-FFF2-40B4-BE49-F238E27FC236}">
                <a16:creationId xmlns:a16="http://schemas.microsoft.com/office/drawing/2014/main" id="{DBA874E8-9AED-49B9-82BD-6F8A3E565D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3047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3_sections_multicolour_2_rows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obsah 1">
            <a:extLst>
              <a:ext uri="{FF2B5EF4-FFF2-40B4-BE49-F238E27FC236}">
                <a16:creationId xmlns:a16="http://schemas.microsoft.com/office/drawing/2014/main" id="{1038A191-1453-A37D-102D-A37018015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7461" y="1243557"/>
            <a:ext cx="3197487" cy="646331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OVER TWO ROWS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9624" y="1243557"/>
            <a:ext cx="3197487" cy="646331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b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TWO ROWS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B96799-CAF7-1AB8-95A1-C7CF251F1214}"/>
              </a:ext>
            </a:extLst>
          </p:cNvPr>
          <p:cNvGrpSpPr/>
          <p:nvPr userDrawn="1"/>
        </p:nvGrpSpPr>
        <p:grpSpPr>
          <a:xfrm>
            <a:off x="380999" y="1357638"/>
            <a:ext cx="312531" cy="4967748"/>
            <a:chOff x="380999" y="1357638"/>
            <a:chExt cx="312531" cy="49677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D797E5-EBA8-B0FC-3A39-205019BDDD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4653816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DD806EB8-05A8-5F2B-726B-8E29805A79F8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7D448D-2922-9D77-62AB-17110D918A72}"/>
              </a:ext>
            </a:extLst>
          </p:cNvPr>
          <p:cNvGrpSpPr/>
          <p:nvPr userDrawn="1"/>
        </p:nvGrpSpPr>
        <p:grpSpPr>
          <a:xfrm>
            <a:off x="4214054" y="1357638"/>
            <a:ext cx="312531" cy="4967748"/>
            <a:chOff x="4214054" y="1357638"/>
            <a:chExt cx="312531" cy="49677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0228CA-0069-6388-F5AD-C4ADA8D0FC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0319" y="1671571"/>
              <a:ext cx="0" cy="465381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DF875F55-A735-3915-AA81-6C22393CDC0F}"/>
                </a:ext>
              </a:extLst>
            </p:cNvPr>
            <p:cNvSpPr/>
            <p:nvPr userDrawn="1"/>
          </p:nvSpPr>
          <p:spPr>
            <a:xfrm rot="10800000">
              <a:off x="4214054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6F6F6"/>
            </a:solidFill>
            <a:ln w="25400">
              <a:solidFill>
                <a:schemeClr val="tx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981DB8-4686-9A90-B03A-CE77E181C658}"/>
              </a:ext>
            </a:extLst>
          </p:cNvPr>
          <p:cNvGrpSpPr/>
          <p:nvPr userDrawn="1"/>
        </p:nvGrpSpPr>
        <p:grpSpPr>
          <a:xfrm>
            <a:off x="8035369" y="1357639"/>
            <a:ext cx="312531" cy="4967747"/>
            <a:chOff x="8035369" y="1357639"/>
            <a:chExt cx="312531" cy="496774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608E8F-8E62-9A31-6F11-BE3A371716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91634" y="1671571"/>
              <a:ext cx="0" cy="4653815"/>
            </a:xfrm>
            <a:prstGeom prst="line">
              <a:avLst/>
            </a:prstGeom>
            <a:ln w="25400">
              <a:solidFill>
                <a:srgbClr val="F28C1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816AF1AD-99EF-327F-342E-828B2AD1678C}"/>
                </a:ext>
              </a:extLst>
            </p:cNvPr>
            <p:cNvSpPr/>
            <p:nvPr userDrawn="1"/>
          </p:nvSpPr>
          <p:spPr>
            <a:xfrm rot="10800000">
              <a:off x="8035369" y="1357639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6F6F6"/>
            </a:solidFill>
            <a:ln w="25400">
              <a:solidFill>
                <a:srgbClr val="F28C1A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Zástupný obsah 1">
            <a:extLst>
              <a:ext uri="{FF2B5EF4-FFF2-40B4-BE49-F238E27FC236}">
                <a16:creationId xmlns:a16="http://schemas.microsoft.com/office/drawing/2014/main" id="{0E1E85D8-3C4B-E202-C64F-91721E8E17DC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508560" y="1243557"/>
            <a:ext cx="3197252" cy="646331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rgbClr val="F28C1A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OVER TWO ROWS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E36E8C-F4EA-23E4-A82A-77F5A7F8C8EA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8236B5-ED5C-310F-87AA-F23DB2E7EB84}"/>
              </a:ext>
            </a:extLst>
          </p:cNvPr>
          <p:cNvCxnSpPr>
            <a:cxnSpLocks/>
          </p:cNvCxnSpPr>
          <p:nvPr userDrawn="1"/>
        </p:nvCxnSpPr>
        <p:spPr>
          <a:xfrm>
            <a:off x="8191634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67C488E-46D2-6EDC-A8AC-FE5EAC15213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A2B4A3-C38F-4780-6881-3643CC55B1CE}"/>
              </a:ext>
            </a:extLst>
          </p:cNvPr>
          <p:cNvCxnSpPr>
            <a:cxnSpLocks/>
          </p:cNvCxnSpPr>
          <p:nvPr userDrawn="1"/>
        </p:nvCxnSpPr>
        <p:spPr>
          <a:xfrm>
            <a:off x="8191634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C739503-F62F-9D9B-6BD8-B32BBD9D0E6A}"/>
              </a:ext>
            </a:extLst>
          </p:cNvPr>
          <p:cNvCxnSpPr>
            <a:cxnSpLocks/>
          </p:cNvCxnSpPr>
          <p:nvPr userDrawn="1"/>
        </p:nvCxnSpPr>
        <p:spPr>
          <a:xfrm>
            <a:off x="4057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24BD3-BE3C-C2FC-E895-C090936630F6}"/>
              </a:ext>
            </a:extLst>
          </p:cNvPr>
          <p:cNvCxnSpPr>
            <a:cxnSpLocks/>
          </p:cNvCxnSpPr>
          <p:nvPr userDrawn="1"/>
        </p:nvCxnSpPr>
        <p:spPr>
          <a:xfrm>
            <a:off x="4057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C31494C-0ED1-CE88-0F0F-4DE99054E15A}"/>
              </a:ext>
            </a:extLst>
          </p:cNvPr>
          <p:cNvCxnSpPr>
            <a:cxnSpLocks/>
          </p:cNvCxnSpPr>
          <p:nvPr userDrawn="1"/>
        </p:nvCxnSpPr>
        <p:spPr>
          <a:xfrm>
            <a:off x="4677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5EB1EE2-F701-1CF9-76C1-46902F33F4FD}"/>
              </a:ext>
            </a:extLst>
          </p:cNvPr>
          <p:cNvCxnSpPr>
            <a:cxnSpLocks/>
          </p:cNvCxnSpPr>
          <p:nvPr userDrawn="1"/>
        </p:nvCxnSpPr>
        <p:spPr>
          <a:xfrm>
            <a:off x="4677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6CDC09D-CC5F-940D-57EB-BAF90B03FBCD}"/>
              </a:ext>
            </a:extLst>
          </p:cNvPr>
          <p:cNvCxnSpPr>
            <a:cxnSpLocks/>
          </p:cNvCxnSpPr>
          <p:nvPr userDrawn="1"/>
        </p:nvCxnSpPr>
        <p:spPr>
          <a:xfrm>
            <a:off x="7881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F1B1A0B-F803-DD46-B520-3847B7EEDD7F}"/>
              </a:ext>
            </a:extLst>
          </p:cNvPr>
          <p:cNvCxnSpPr>
            <a:cxnSpLocks/>
          </p:cNvCxnSpPr>
          <p:nvPr userDrawn="1"/>
        </p:nvCxnSpPr>
        <p:spPr>
          <a:xfrm>
            <a:off x="7881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A93FC3B-6F06-FECC-9F71-984391170A9F}"/>
              </a:ext>
            </a:extLst>
          </p:cNvPr>
          <p:cNvCxnSpPr>
            <a:cxnSpLocks/>
          </p:cNvCxnSpPr>
          <p:nvPr userDrawn="1"/>
        </p:nvCxnSpPr>
        <p:spPr>
          <a:xfrm>
            <a:off x="8501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3355C6C-375C-4D00-FDAA-EC15CFA168C5}"/>
              </a:ext>
            </a:extLst>
          </p:cNvPr>
          <p:cNvCxnSpPr>
            <a:cxnSpLocks/>
          </p:cNvCxnSpPr>
          <p:nvPr userDrawn="1"/>
        </p:nvCxnSpPr>
        <p:spPr>
          <a:xfrm>
            <a:off x="8501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CF0CD1A-C652-EA33-F1B3-0AFE3B17DB6A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CB095DF-FD47-21F8-75DB-4CEBBBFF5C69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F940B50-A16B-6A50-FA0B-9B186D1CEA82}"/>
              </a:ext>
            </a:extLst>
          </p:cNvPr>
          <p:cNvCxnSpPr>
            <a:cxnSpLocks/>
          </p:cNvCxnSpPr>
          <p:nvPr userDrawn="1"/>
        </p:nvCxnSpPr>
        <p:spPr>
          <a:xfrm>
            <a:off x="4370319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A88AADF-7E85-ECA3-3B43-0D8A7EC2A44C}"/>
              </a:ext>
            </a:extLst>
          </p:cNvPr>
          <p:cNvCxnSpPr>
            <a:cxnSpLocks/>
          </p:cNvCxnSpPr>
          <p:nvPr userDrawn="1"/>
        </p:nvCxnSpPr>
        <p:spPr>
          <a:xfrm>
            <a:off x="4370319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6" name="Zástupný text 7" descr="Podnadpis">
            <a:extLst>
              <a:ext uri="{FF2B5EF4-FFF2-40B4-BE49-F238E27FC236}">
                <a16:creationId xmlns:a16="http://schemas.microsoft.com/office/drawing/2014/main" id="{C6D0D9CC-EF37-6ACF-D377-26E3FE21BC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66045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3_sections_multicolour_2_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obsah 1">
            <a:extLst>
              <a:ext uri="{FF2B5EF4-FFF2-40B4-BE49-F238E27FC236}">
                <a16:creationId xmlns:a16="http://schemas.microsoft.com/office/drawing/2014/main" id="{1038A191-1453-A37D-102D-A37018015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7461" y="1243557"/>
            <a:ext cx="3197487" cy="646331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OVER TWO ROWS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9624" y="1243557"/>
            <a:ext cx="3197487" cy="646331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b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TWO ROWS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B96799-CAF7-1AB8-95A1-C7CF251F1214}"/>
              </a:ext>
            </a:extLst>
          </p:cNvPr>
          <p:cNvGrpSpPr/>
          <p:nvPr userDrawn="1"/>
        </p:nvGrpSpPr>
        <p:grpSpPr>
          <a:xfrm>
            <a:off x="380999" y="1357638"/>
            <a:ext cx="312531" cy="4967748"/>
            <a:chOff x="380999" y="1357638"/>
            <a:chExt cx="312531" cy="49677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D797E5-EBA8-B0FC-3A39-205019BDDD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671570"/>
              <a:ext cx="0" cy="4653816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DD806EB8-05A8-5F2B-726B-8E29805A79F8}"/>
                </a:ext>
              </a:extLst>
            </p:cNvPr>
            <p:cNvSpPr/>
            <p:nvPr userDrawn="1"/>
          </p:nvSpPr>
          <p:spPr>
            <a:xfrm rot="10800000">
              <a:off x="380999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7D448D-2922-9D77-62AB-17110D918A72}"/>
              </a:ext>
            </a:extLst>
          </p:cNvPr>
          <p:cNvGrpSpPr/>
          <p:nvPr userDrawn="1"/>
        </p:nvGrpSpPr>
        <p:grpSpPr>
          <a:xfrm>
            <a:off x="4214054" y="1357638"/>
            <a:ext cx="312531" cy="4967748"/>
            <a:chOff x="4214054" y="1357638"/>
            <a:chExt cx="312531" cy="49677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0228CA-0069-6388-F5AD-C4ADA8D0FC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0319" y="1671571"/>
              <a:ext cx="0" cy="465381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DF875F55-A735-3915-AA81-6C22393CDC0F}"/>
                </a:ext>
              </a:extLst>
            </p:cNvPr>
            <p:cNvSpPr/>
            <p:nvPr userDrawn="1"/>
          </p:nvSpPr>
          <p:spPr>
            <a:xfrm rot="10800000">
              <a:off x="4214054" y="135763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6F6F6"/>
            </a:solidFill>
            <a:ln w="25400">
              <a:solidFill>
                <a:schemeClr val="tx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981DB8-4686-9A90-B03A-CE77E181C658}"/>
              </a:ext>
            </a:extLst>
          </p:cNvPr>
          <p:cNvGrpSpPr/>
          <p:nvPr userDrawn="1"/>
        </p:nvGrpSpPr>
        <p:grpSpPr>
          <a:xfrm>
            <a:off x="8035369" y="1357639"/>
            <a:ext cx="312531" cy="4967747"/>
            <a:chOff x="8035369" y="1357639"/>
            <a:chExt cx="312531" cy="496774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608E8F-8E62-9A31-6F11-BE3A371716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91634" y="1671571"/>
              <a:ext cx="0" cy="4653815"/>
            </a:xfrm>
            <a:prstGeom prst="line">
              <a:avLst/>
            </a:prstGeom>
            <a:ln w="25400">
              <a:solidFill>
                <a:srgbClr val="F28C1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816AF1AD-99EF-327F-342E-828B2AD1678C}"/>
                </a:ext>
              </a:extLst>
            </p:cNvPr>
            <p:cNvSpPr/>
            <p:nvPr userDrawn="1"/>
          </p:nvSpPr>
          <p:spPr>
            <a:xfrm rot="10800000">
              <a:off x="8035369" y="1357639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6F6F6"/>
            </a:solidFill>
            <a:ln w="25400">
              <a:solidFill>
                <a:srgbClr val="F28C1A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Zástupný obsah 1">
            <a:extLst>
              <a:ext uri="{FF2B5EF4-FFF2-40B4-BE49-F238E27FC236}">
                <a16:creationId xmlns:a16="http://schemas.microsoft.com/office/drawing/2014/main" id="{0E1E85D8-3C4B-E202-C64F-91721E8E17DC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508560" y="1243557"/>
            <a:ext cx="3197252" cy="646331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rgbClr val="F28C1A"/>
                </a:solidFill>
                <a:latin typeface="+mj-lt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OVER TWO ROWS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E36E8C-F4EA-23E4-A82A-77F5A7F8C8EA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8236B5-ED5C-310F-87AA-F23DB2E7EB84}"/>
              </a:ext>
            </a:extLst>
          </p:cNvPr>
          <p:cNvCxnSpPr>
            <a:cxnSpLocks/>
          </p:cNvCxnSpPr>
          <p:nvPr userDrawn="1"/>
        </p:nvCxnSpPr>
        <p:spPr>
          <a:xfrm>
            <a:off x="8191634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67C488E-46D2-6EDC-A8AC-FE5EAC15213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A2B4A3-C38F-4780-6881-3643CC55B1CE}"/>
              </a:ext>
            </a:extLst>
          </p:cNvPr>
          <p:cNvCxnSpPr>
            <a:cxnSpLocks/>
          </p:cNvCxnSpPr>
          <p:nvPr userDrawn="1"/>
        </p:nvCxnSpPr>
        <p:spPr>
          <a:xfrm>
            <a:off x="8191634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C739503-F62F-9D9B-6BD8-B32BBD9D0E6A}"/>
              </a:ext>
            </a:extLst>
          </p:cNvPr>
          <p:cNvCxnSpPr>
            <a:cxnSpLocks/>
          </p:cNvCxnSpPr>
          <p:nvPr userDrawn="1"/>
        </p:nvCxnSpPr>
        <p:spPr>
          <a:xfrm>
            <a:off x="4057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24BD3-BE3C-C2FC-E895-C090936630F6}"/>
              </a:ext>
            </a:extLst>
          </p:cNvPr>
          <p:cNvCxnSpPr>
            <a:cxnSpLocks/>
          </p:cNvCxnSpPr>
          <p:nvPr userDrawn="1"/>
        </p:nvCxnSpPr>
        <p:spPr>
          <a:xfrm>
            <a:off x="4057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C31494C-0ED1-CE88-0F0F-4DE99054E15A}"/>
              </a:ext>
            </a:extLst>
          </p:cNvPr>
          <p:cNvCxnSpPr>
            <a:cxnSpLocks/>
          </p:cNvCxnSpPr>
          <p:nvPr userDrawn="1"/>
        </p:nvCxnSpPr>
        <p:spPr>
          <a:xfrm>
            <a:off x="4677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5EB1EE2-F701-1CF9-76C1-46902F33F4FD}"/>
              </a:ext>
            </a:extLst>
          </p:cNvPr>
          <p:cNvCxnSpPr>
            <a:cxnSpLocks/>
          </p:cNvCxnSpPr>
          <p:nvPr userDrawn="1"/>
        </p:nvCxnSpPr>
        <p:spPr>
          <a:xfrm>
            <a:off x="4677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6CDC09D-CC5F-940D-57EB-BAF90B03FBCD}"/>
              </a:ext>
            </a:extLst>
          </p:cNvPr>
          <p:cNvCxnSpPr>
            <a:cxnSpLocks/>
          </p:cNvCxnSpPr>
          <p:nvPr userDrawn="1"/>
        </p:nvCxnSpPr>
        <p:spPr>
          <a:xfrm>
            <a:off x="788146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F1B1A0B-F803-DD46-B520-3847B7EEDD7F}"/>
              </a:ext>
            </a:extLst>
          </p:cNvPr>
          <p:cNvCxnSpPr>
            <a:cxnSpLocks/>
          </p:cNvCxnSpPr>
          <p:nvPr userDrawn="1"/>
        </p:nvCxnSpPr>
        <p:spPr>
          <a:xfrm>
            <a:off x="788146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A93FC3B-6F06-FECC-9F71-984391170A9F}"/>
              </a:ext>
            </a:extLst>
          </p:cNvPr>
          <p:cNvCxnSpPr>
            <a:cxnSpLocks/>
          </p:cNvCxnSpPr>
          <p:nvPr userDrawn="1"/>
        </p:nvCxnSpPr>
        <p:spPr>
          <a:xfrm>
            <a:off x="8501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3355C6C-375C-4D00-FDAA-EC15CFA168C5}"/>
              </a:ext>
            </a:extLst>
          </p:cNvPr>
          <p:cNvCxnSpPr>
            <a:cxnSpLocks/>
          </p:cNvCxnSpPr>
          <p:nvPr userDrawn="1"/>
        </p:nvCxnSpPr>
        <p:spPr>
          <a:xfrm>
            <a:off x="8501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CF0CD1A-C652-EA33-F1B3-0AFE3B17DB6A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CB095DF-FD47-21F8-75DB-4CEBBBFF5C69}"/>
              </a:ext>
            </a:extLst>
          </p:cNvPr>
          <p:cNvCxnSpPr>
            <a:cxnSpLocks/>
          </p:cNvCxnSpPr>
          <p:nvPr userDrawn="1"/>
        </p:nvCxnSpPr>
        <p:spPr>
          <a:xfrm>
            <a:off x="117058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F940B50-A16B-6A50-FA0B-9B186D1CEA82}"/>
              </a:ext>
            </a:extLst>
          </p:cNvPr>
          <p:cNvCxnSpPr>
            <a:cxnSpLocks/>
          </p:cNvCxnSpPr>
          <p:nvPr userDrawn="1"/>
        </p:nvCxnSpPr>
        <p:spPr>
          <a:xfrm>
            <a:off x="4370319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A88AADF-7E85-ECA3-3B43-0D8A7EC2A44C}"/>
              </a:ext>
            </a:extLst>
          </p:cNvPr>
          <p:cNvCxnSpPr>
            <a:cxnSpLocks/>
          </p:cNvCxnSpPr>
          <p:nvPr userDrawn="1"/>
        </p:nvCxnSpPr>
        <p:spPr>
          <a:xfrm>
            <a:off x="4370319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6" name="Zástupný text 7" descr="Podnadpis">
            <a:extLst>
              <a:ext uri="{FF2B5EF4-FFF2-40B4-BE49-F238E27FC236}">
                <a16:creationId xmlns:a16="http://schemas.microsoft.com/office/drawing/2014/main" id="{C6D0D9CC-EF37-6ACF-D377-26E3FE21BC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83103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1_section_vertical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249558"/>
            <a:ext cx="1084618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D797E5-EBA8-B0FC-3A39-205019BDDDD8}"/>
              </a:ext>
            </a:extLst>
          </p:cNvPr>
          <p:cNvCxnSpPr>
            <a:cxnSpLocks/>
          </p:cNvCxnSpPr>
          <p:nvPr userDrawn="1"/>
        </p:nvCxnSpPr>
        <p:spPr>
          <a:xfrm>
            <a:off x="542936" y="1563490"/>
            <a:ext cx="0" cy="4889698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:a16="http://schemas.microsoft.com/office/drawing/2014/main" id="{DD806EB8-05A8-5F2B-726B-8E29805A79F8}"/>
              </a:ext>
            </a:extLst>
          </p:cNvPr>
          <p:cNvSpPr/>
          <p:nvPr userDrawn="1"/>
        </p:nvSpPr>
        <p:spPr>
          <a:xfrm rot="10800000">
            <a:off x="380999" y="1249558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9F71D88-FBE8-0740-E354-2F9C1F6330FF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A6D91D-1BD2-2E4F-F950-550956CF03B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6DF9191-5D45-50ED-588D-C96579EF3798}"/>
              </a:ext>
            </a:extLst>
          </p:cNvPr>
          <p:cNvCxnSpPr>
            <a:cxnSpLocks/>
          </p:cNvCxnSpPr>
          <p:nvPr userDrawn="1"/>
        </p:nvCxnSpPr>
        <p:spPr>
          <a:xfrm>
            <a:off x="6429560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DC6F753-9FA1-530E-32C7-C4099F0067C3}"/>
              </a:ext>
            </a:extLst>
          </p:cNvPr>
          <p:cNvCxnSpPr>
            <a:cxnSpLocks/>
          </p:cNvCxnSpPr>
          <p:nvPr userDrawn="1"/>
        </p:nvCxnSpPr>
        <p:spPr>
          <a:xfrm>
            <a:off x="6429560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4ADF202-CA4E-0920-4D6C-9616F8BA88EE}"/>
              </a:ext>
            </a:extLst>
          </p:cNvPr>
          <p:cNvCxnSpPr>
            <a:cxnSpLocks/>
          </p:cNvCxnSpPr>
          <p:nvPr userDrawn="1"/>
        </p:nvCxnSpPr>
        <p:spPr>
          <a:xfrm>
            <a:off x="62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A00A389-9105-A898-E0FC-51A80321FE54}"/>
              </a:ext>
            </a:extLst>
          </p:cNvPr>
          <p:cNvCxnSpPr>
            <a:cxnSpLocks/>
          </p:cNvCxnSpPr>
          <p:nvPr userDrawn="1"/>
        </p:nvCxnSpPr>
        <p:spPr>
          <a:xfrm>
            <a:off x="62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D0C8D59-B953-C978-8D97-AA45F2C37A24}"/>
              </a:ext>
            </a:extLst>
          </p:cNvPr>
          <p:cNvCxnSpPr>
            <a:cxnSpLocks/>
          </p:cNvCxnSpPr>
          <p:nvPr userDrawn="1"/>
        </p:nvCxnSpPr>
        <p:spPr>
          <a:xfrm>
            <a:off x="6606010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C0D2729-2C17-9D11-0329-FE1443A07282}"/>
              </a:ext>
            </a:extLst>
          </p:cNvPr>
          <p:cNvCxnSpPr>
            <a:cxnSpLocks/>
          </p:cNvCxnSpPr>
          <p:nvPr userDrawn="1"/>
        </p:nvCxnSpPr>
        <p:spPr>
          <a:xfrm>
            <a:off x="6606010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text 7" descr="Podnadpis">
            <a:extLst>
              <a:ext uri="{FF2B5EF4-FFF2-40B4-BE49-F238E27FC236}">
                <a16:creationId xmlns:a16="http://schemas.microsoft.com/office/drawing/2014/main" id="{0DA25E2B-97F0-EFE8-9254-D2F7AD8D5A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78138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1_section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249558"/>
            <a:ext cx="1084618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D797E5-EBA8-B0FC-3A39-205019BDDDD8}"/>
              </a:ext>
            </a:extLst>
          </p:cNvPr>
          <p:cNvCxnSpPr>
            <a:cxnSpLocks/>
          </p:cNvCxnSpPr>
          <p:nvPr userDrawn="1"/>
        </p:nvCxnSpPr>
        <p:spPr>
          <a:xfrm>
            <a:off x="542936" y="1563490"/>
            <a:ext cx="0" cy="4889698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:a16="http://schemas.microsoft.com/office/drawing/2014/main" id="{DD806EB8-05A8-5F2B-726B-8E29805A79F8}"/>
              </a:ext>
            </a:extLst>
          </p:cNvPr>
          <p:cNvSpPr/>
          <p:nvPr userDrawn="1"/>
        </p:nvSpPr>
        <p:spPr>
          <a:xfrm rot="10800000">
            <a:off x="380999" y="1249558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9F71D88-FBE8-0740-E354-2F9C1F6330FF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A6D91D-1BD2-2E4F-F950-550956CF03B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6DF9191-5D45-50ED-588D-C96579EF3798}"/>
              </a:ext>
            </a:extLst>
          </p:cNvPr>
          <p:cNvCxnSpPr>
            <a:cxnSpLocks/>
          </p:cNvCxnSpPr>
          <p:nvPr userDrawn="1"/>
        </p:nvCxnSpPr>
        <p:spPr>
          <a:xfrm>
            <a:off x="6429560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DC6F753-9FA1-530E-32C7-C4099F0067C3}"/>
              </a:ext>
            </a:extLst>
          </p:cNvPr>
          <p:cNvCxnSpPr>
            <a:cxnSpLocks/>
          </p:cNvCxnSpPr>
          <p:nvPr userDrawn="1"/>
        </p:nvCxnSpPr>
        <p:spPr>
          <a:xfrm>
            <a:off x="6429560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4ADF202-CA4E-0920-4D6C-9616F8BA88EE}"/>
              </a:ext>
            </a:extLst>
          </p:cNvPr>
          <p:cNvCxnSpPr>
            <a:cxnSpLocks/>
          </p:cNvCxnSpPr>
          <p:nvPr userDrawn="1"/>
        </p:nvCxnSpPr>
        <p:spPr>
          <a:xfrm>
            <a:off x="62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A00A389-9105-A898-E0FC-51A80321FE54}"/>
              </a:ext>
            </a:extLst>
          </p:cNvPr>
          <p:cNvCxnSpPr>
            <a:cxnSpLocks/>
          </p:cNvCxnSpPr>
          <p:nvPr userDrawn="1"/>
        </p:nvCxnSpPr>
        <p:spPr>
          <a:xfrm>
            <a:off x="62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D0C8D59-B953-C978-8D97-AA45F2C37A24}"/>
              </a:ext>
            </a:extLst>
          </p:cNvPr>
          <p:cNvCxnSpPr>
            <a:cxnSpLocks/>
          </p:cNvCxnSpPr>
          <p:nvPr userDrawn="1"/>
        </p:nvCxnSpPr>
        <p:spPr>
          <a:xfrm>
            <a:off x="6606010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C0D2729-2C17-9D11-0329-FE1443A07282}"/>
              </a:ext>
            </a:extLst>
          </p:cNvPr>
          <p:cNvCxnSpPr>
            <a:cxnSpLocks/>
          </p:cNvCxnSpPr>
          <p:nvPr userDrawn="1"/>
        </p:nvCxnSpPr>
        <p:spPr>
          <a:xfrm>
            <a:off x="6606010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text 7" descr="Podnadpis">
            <a:extLst>
              <a:ext uri="{FF2B5EF4-FFF2-40B4-BE49-F238E27FC236}">
                <a16:creationId xmlns:a16="http://schemas.microsoft.com/office/drawing/2014/main" id="{0DA25E2B-97F0-EFE8-9254-D2F7AD8D5A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0068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1_sections_vertical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5" y="1249558"/>
            <a:ext cx="5263078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8113C89-3685-C08C-0553-ACA2EB902FF1}"/>
              </a:ext>
            </a:extLst>
          </p:cNvPr>
          <p:cNvGrpSpPr/>
          <p:nvPr userDrawn="1"/>
        </p:nvGrpSpPr>
        <p:grpSpPr>
          <a:xfrm>
            <a:off x="380999" y="1249558"/>
            <a:ext cx="312531" cy="5203630"/>
            <a:chOff x="380999" y="1249558"/>
            <a:chExt cx="312531" cy="520363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D797E5-EBA8-B0FC-3A39-205019BDDD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563490"/>
              <a:ext cx="0" cy="488969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DD806EB8-05A8-5F2B-726B-8E29805A79F8}"/>
                </a:ext>
              </a:extLst>
            </p:cNvPr>
            <p:cNvSpPr/>
            <p:nvPr userDrawn="1"/>
          </p:nvSpPr>
          <p:spPr>
            <a:xfrm rot="10800000">
              <a:off x="380999" y="124955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9F71D88-FBE8-0740-E354-2F9C1F6330FF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A6D91D-1BD2-2E4F-F950-550956CF03B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6DF9191-5D45-50ED-588D-C96579EF3798}"/>
              </a:ext>
            </a:extLst>
          </p:cNvPr>
          <p:cNvCxnSpPr>
            <a:cxnSpLocks/>
          </p:cNvCxnSpPr>
          <p:nvPr userDrawn="1"/>
        </p:nvCxnSpPr>
        <p:spPr>
          <a:xfrm>
            <a:off x="6429560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DC6F753-9FA1-530E-32C7-C4099F0067C3}"/>
              </a:ext>
            </a:extLst>
          </p:cNvPr>
          <p:cNvCxnSpPr>
            <a:cxnSpLocks/>
          </p:cNvCxnSpPr>
          <p:nvPr userDrawn="1"/>
        </p:nvCxnSpPr>
        <p:spPr>
          <a:xfrm>
            <a:off x="6429560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4ADF202-CA4E-0920-4D6C-9616F8BA88EE}"/>
              </a:ext>
            </a:extLst>
          </p:cNvPr>
          <p:cNvCxnSpPr>
            <a:cxnSpLocks/>
          </p:cNvCxnSpPr>
          <p:nvPr userDrawn="1"/>
        </p:nvCxnSpPr>
        <p:spPr>
          <a:xfrm>
            <a:off x="62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A00A389-9105-A898-E0FC-51A80321FE54}"/>
              </a:ext>
            </a:extLst>
          </p:cNvPr>
          <p:cNvCxnSpPr>
            <a:cxnSpLocks/>
          </p:cNvCxnSpPr>
          <p:nvPr userDrawn="1"/>
        </p:nvCxnSpPr>
        <p:spPr>
          <a:xfrm>
            <a:off x="62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D0C8D59-B953-C978-8D97-AA45F2C37A24}"/>
              </a:ext>
            </a:extLst>
          </p:cNvPr>
          <p:cNvCxnSpPr>
            <a:cxnSpLocks/>
          </p:cNvCxnSpPr>
          <p:nvPr userDrawn="1"/>
        </p:nvCxnSpPr>
        <p:spPr>
          <a:xfrm>
            <a:off x="6606010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C0D2729-2C17-9D11-0329-FE1443A07282}"/>
              </a:ext>
            </a:extLst>
          </p:cNvPr>
          <p:cNvCxnSpPr>
            <a:cxnSpLocks/>
          </p:cNvCxnSpPr>
          <p:nvPr userDrawn="1"/>
        </p:nvCxnSpPr>
        <p:spPr>
          <a:xfrm>
            <a:off x="6606010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40709BC-F8B0-5980-0553-9D4111B9FAED}"/>
              </a:ext>
            </a:extLst>
          </p:cNvPr>
          <p:cNvGrpSpPr/>
          <p:nvPr userDrawn="1"/>
        </p:nvGrpSpPr>
        <p:grpSpPr>
          <a:xfrm>
            <a:off x="6273295" y="1249558"/>
            <a:ext cx="312531" cy="5203630"/>
            <a:chOff x="380999" y="1249558"/>
            <a:chExt cx="312531" cy="5203630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FD4F691-BF42-2967-9372-23D9993501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563490"/>
              <a:ext cx="0" cy="488969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CAAC8D89-FB41-98E9-ECB3-46FBAE38D428}"/>
                </a:ext>
              </a:extLst>
            </p:cNvPr>
            <p:cNvSpPr/>
            <p:nvPr userDrawn="1"/>
          </p:nvSpPr>
          <p:spPr>
            <a:xfrm rot="10800000">
              <a:off x="380999" y="124955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7" name="Zástupný obsah 2">
            <a:extLst>
              <a:ext uri="{FF2B5EF4-FFF2-40B4-BE49-F238E27FC236}">
                <a16:creationId xmlns:a16="http://schemas.microsoft.com/office/drawing/2014/main" id="{FFACB653-54DE-C9FA-CF6E-D430795767A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751920" y="1249558"/>
            <a:ext cx="5263078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18" name="Zástupný text 7" descr="Podnadpis">
            <a:extLst>
              <a:ext uri="{FF2B5EF4-FFF2-40B4-BE49-F238E27FC236}">
                <a16:creationId xmlns:a16="http://schemas.microsoft.com/office/drawing/2014/main" id="{3F499076-83EB-E33F-0DA1-8119896009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53820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1_sections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5" y="1249558"/>
            <a:ext cx="5263078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8113C89-3685-C08C-0553-ACA2EB902FF1}"/>
              </a:ext>
            </a:extLst>
          </p:cNvPr>
          <p:cNvGrpSpPr/>
          <p:nvPr userDrawn="1"/>
        </p:nvGrpSpPr>
        <p:grpSpPr>
          <a:xfrm>
            <a:off x="380999" y="1249558"/>
            <a:ext cx="312531" cy="5203630"/>
            <a:chOff x="380999" y="1249558"/>
            <a:chExt cx="312531" cy="520363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D797E5-EBA8-B0FC-3A39-205019BDDD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563490"/>
              <a:ext cx="0" cy="488969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DD806EB8-05A8-5F2B-726B-8E29805A79F8}"/>
                </a:ext>
              </a:extLst>
            </p:cNvPr>
            <p:cNvSpPr/>
            <p:nvPr userDrawn="1"/>
          </p:nvSpPr>
          <p:spPr>
            <a:xfrm rot="10800000">
              <a:off x="380999" y="124955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9F71D88-FBE8-0740-E354-2F9C1F6330FF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A6D91D-1BD2-2E4F-F950-550956CF03B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6DF9191-5D45-50ED-588D-C96579EF3798}"/>
              </a:ext>
            </a:extLst>
          </p:cNvPr>
          <p:cNvCxnSpPr>
            <a:cxnSpLocks/>
          </p:cNvCxnSpPr>
          <p:nvPr userDrawn="1"/>
        </p:nvCxnSpPr>
        <p:spPr>
          <a:xfrm>
            <a:off x="6429560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DC6F753-9FA1-530E-32C7-C4099F0067C3}"/>
              </a:ext>
            </a:extLst>
          </p:cNvPr>
          <p:cNvCxnSpPr>
            <a:cxnSpLocks/>
          </p:cNvCxnSpPr>
          <p:nvPr userDrawn="1"/>
        </p:nvCxnSpPr>
        <p:spPr>
          <a:xfrm>
            <a:off x="6429560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4ADF202-CA4E-0920-4D6C-9616F8BA88EE}"/>
              </a:ext>
            </a:extLst>
          </p:cNvPr>
          <p:cNvCxnSpPr>
            <a:cxnSpLocks/>
          </p:cNvCxnSpPr>
          <p:nvPr userDrawn="1"/>
        </p:nvCxnSpPr>
        <p:spPr>
          <a:xfrm>
            <a:off x="62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A00A389-9105-A898-E0FC-51A80321FE54}"/>
              </a:ext>
            </a:extLst>
          </p:cNvPr>
          <p:cNvCxnSpPr>
            <a:cxnSpLocks/>
          </p:cNvCxnSpPr>
          <p:nvPr userDrawn="1"/>
        </p:nvCxnSpPr>
        <p:spPr>
          <a:xfrm>
            <a:off x="62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D0C8D59-B953-C978-8D97-AA45F2C37A24}"/>
              </a:ext>
            </a:extLst>
          </p:cNvPr>
          <p:cNvCxnSpPr>
            <a:cxnSpLocks/>
          </p:cNvCxnSpPr>
          <p:nvPr userDrawn="1"/>
        </p:nvCxnSpPr>
        <p:spPr>
          <a:xfrm>
            <a:off x="6606010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C0D2729-2C17-9D11-0329-FE1443A07282}"/>
              </a:ext>
            </a:extLst>
          </p:cNvPr>
          <p:cNvCxnSpPr>
            <a:cxnSpLocks/>
          </p:cNvCxnSpPr>
          <p:nvPr userDrawn="1"/>
        </p:nvCxnSpPr>
        <p:spPr>
          <a:xfrm>
            <a:off x="6606010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40709BC-F8B0-5980-0553-9D4111B9FAED}"/>
              </a:ext>
            </a:extLst>
          </p:cNvPr>
          <p:cNvGrpSpPr/>
          <p:nvPr userDrawn="1"/>
        </p:nvGrpSpPr>
        <p:grpSpPr>
          <a:xfrm>
            <a:off x="6273295" y="1249558"/>
            <a:ext cx="312531" cy="5203630"/>
            <a:chOff x="380999" y="1249558"/>
            <a:chExt cx="312531" cy="5203630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FD4F691-BF42-2967-9372-23D9993501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2936" y="1563490"/>
              <a:ext cx="0" cy="4889698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CAAC8D89-FB41-98E9-ECB3-46FBAE38D428}"/>
                </a:ext>
              </a:extLst>
            </p:cNvPr>
            <p:cNvSpPr/>
            <p:nvPr userDrawn="1"/>
          </p:nvSpPr>
          <p:spPr>
            <a:xfrm rot="10800000">
              <a:off x="380999" y="1249558"/>
              <a:ext cx="312531" cy="313932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noFill/>
            <a:ln w="25400">
              <a:solidFill>
                <a:schemeClr val="bg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7" name="Zástupný obsah 2">
            <a:extLst>
              <a:ext uri="{FF2B5EF4-FFF2-40B4-BE49-F238E27FC236}">
                <a16:creationId xmlns:a16="http://schemas.microsoft.com/office/drawing/2014/main" id="{FFACB653-54DE-C9FA-CF6E-D430795767A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751920" y="1249558"/>
            <a:ext cx="5263078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18" name="Zástupný text 7" descr="Podnadpis">
            <a:extLst>
              <a:ext uri="{FF2B5EF4-FFF2-40B4-BE49-F238E27FC236}">
                <a16:creationId xmlns:a16="http://schemas.microsoft.com/office/drawing/2014/main" id="{3F499076-83EB-E33F-0DA1-8119896009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3107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1_section_thirds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249558"/>
            <a:ext cx="1084618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D797E5-EBA8-B0FC-3A39-205019BDDDD8}"/>
              </a:ext>
            </a:extLst>
          </p:cNvPr>
          <p:cNvCxnSpPr>
            <a:cxnSpLocks/>
          </p:cNvCxnSpPr>
          <p:nvPr userDrawn="1"/>
        </p:nvCxnSpPr>
        <p:spPr>
          <a:xfrm>
            <a:off x="542936" y="1563490"/>
            <a:ext cx="0" cy="4889698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:a16="http://schemas.microsoft.com/office/drawing/2014/main" id="{DD806EB8-05A8-5F2B-726B-8E29805A79F8}"/>
              </a:ext>
            </a:extLst>
          </p:cNvPr>
          <p:cNvSpPr/>
          <p:nvPr userDrawn="1"/>
        </p:nvSpPr>
        <p:spPr>
          <a:xfrm rot="10800000">
            <a:off x="380999" y="1249558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9F71D88-FBE8-0740-E354-2F9C1F6330FF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A6D91D-1BD2-2E4F-F950-550956CF03B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4ADF202-CA4E-0920-4D6C-9616F8BA88EE}"/>
              </a:ext>
            </a:extLst>
          </p:cNvPr>
          <p:cNvCxnSpPr>
            <a:cxnSpLocks/>
          </p:cNvCxnSpPr>
          <p:nvPr userDrawn="1"/>
        </p:nvCxnSpPr>
        <p:spPr>
          <a:xfrm>
            <a:off x="4574070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A00A389-9105-A898-E0FC-51A80321FE54}"/>
              </a:ext>
            </a:extLst>
          </p:cNvPr>
          <p:cNvCxnSpPr>
            <a:cxnSpLocks/>
          </p:cNvCxnSpPr>
          <p:nvPr userDrawn="1"/>
        </p:nvCxnSpPr>
        <p:spPr>
          <a:xfrm>
            <a:off x="4574070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D0C8D59-B953-C978-8D97-AA45F2C37A24}"/>
              </a:ext>
            </a:extLst>
          </p:cNvPr>
          <p:cNvCxnSpPr>
            <a:cxnSpLocks/>
          </p:cNvCxnSpPr>
          <p:nvPr userDrawn="1"/>
        </p:nvCxnSpPr>
        <p:spPr>
          <a:xfrm>
            <a:off x="8295029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C0D2729-2C17-9D11-0329-FE1443A07282}"/>
              </a:ext>
            </a:extLst>
          </p:cNvPr>
          <p:cNvCxnSpPr>
            <a:cxnSpLocks/>
          </p:cNvCxnSpPr>
          <p:nvPr userDrawn="1"/>
        </p:nvCxnSpPr>
        <p:spPr>
          <a:xfrm>
            <a:off x="8295029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Zástupný text 7" descr="Podnadpis">
            <a:extLst>
              <a:ext uri="{FF2B5EF4-FFF2-40B4-BE49-F238E27FC236}">
                <a16:creationId xmlns:a16="http://schemas.microsoft.com/office/drawing/2014/main" id="{4A2D7908-656A-1627-D43F-F8BCFDA04B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20085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1_section_quarters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2E6FA5-50C5-C543-F1EA-6FE9FFDAF721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249558"/>
            <a:ext cx="1084618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D797E5-EBA8-B0FC-3A39-205019BDDDD8}"/>
              </a:ext>
            </a:extLst>
          </p:cNvPr>
          <p:cNvCxnSpPr>
            <a:cxnSpLocks/>
          </p:cNvCxnSpPr>
          <p:nvPr userDrawn="1"/>
        </p:nvCxnSpPr>
        <p:spPr>
          <a:xfrm>
            <a:off x="542936" y="1563490"/>
            <a:ext cx="0" cy="4889698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:a16="http://schemas.microsoft.com/office/drawing/2014/main" id="{DD806EB8-05A8-5F2B-726B-8E29805A79F8}"/>
              </a:ext>
            </a:extLst>
          </p:cNvPr>
          <p:cNvSpPr/>
          <p:nvPr userDrawn="1"/>
        </p:nvSpPr>
        <p:spPr>
          <a:xfrm rot="10800000">
            <a:off x="380999" y="1249558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9F71D88-FBE8-0740-E354-2F9C1F6330FF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A6D91D-1BD2-2E4F-F950-550956CF03B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4ADF202-CA4E-0920-4D6C-9616F8BA88EE}"/>
              </a:ext>
            </a:extLst>
          </p:cNvPr>
          <p:cNvCxnSpPr>
            <a:cxnSpLocks/>
          </p:cNvCxnSpPr>
          <p:nvPr userDrawn="1"/>
        </p:nvCxnSpPr>
        <p:spPr>
          <a:xfrm>
            <a:off x="3643830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A00A389-9105-A898-E0FC-51A80321FE54}"/>
              </a:ext>
            </a:extLst>
          </p:cNvPr>
          <p:cNvCxnSpPr>
            <a:cxnSpLocks/>
          </p:cNvCxnSpPr>
          <p:nvPr userDrawn="1"/>
        </p:nvCxnSpPr>
        <p:spPr>
          <a:xfrm>
            <a:off x="3643830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D0C8D59-B953-C978-8D97-AA45F2C37A24}"/>
              </a:ext>
            </a:extLst>
          </p:cNvPr>
          <p:cNvCxnSpPr>
            <a:cxnSpLocks/>
          </p:cNvCxnSpPr>
          <p:nvPr userDrawn="1"/>
        </p:nvCxnSpPr>
        <p:spPr>
          <a:xfrm>
            <a:off x="9225268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C0D2729-2C17-9D11-0329-FE1443A07282}"/>
              </a:ext>
            </a:extLst>
          </p:cNvPr>
          <p:cNvCxnSpPr>
            <a:cxnSpLocks/>
          </p:cNvCxnSpPr>
          <p:nvPr userDrawn="1"/>
        </p:nvCxnSpPr>
        <p:spPr>
          <a:xfrm>
            <a:off x="9225268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F8620-051C-9FEA-D333-8DCBF5E62773}"/>
              </a:ext>
            </a:extLst>
          </p:cNvPr>
          <p:cNvCxnSpPr>
            <a:cxnSpLocks/>
          </p:cNvCxnSpPr>
          <p:nvPr userDrawn="1"/>
        </p:nvCxnSpPr>
        <p:spPr>
          <a:xfrm>
            <a:off x="6434549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E3C4A7-51E7-DFD6-DA9C-5B57506396F9}"/>
              </a:ext>
            </a:extLst>
          </p:cNvPr>
          <p:cNvCxnSpPr>
            <a:cxnSpLocks/>
          </p:cNvCxnSpPr>
          <p:nvPr userDrawn="1"/>
        </p:nvCxnSpPr>
        <p:spPr>
          <a:xfrm>
            <a:off x="6434549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Zástupný text 7" descr="Podnadpis">
            <a:extLst>
              <a:ext uri="{FF2B5EF4-FFF2-40B4-BE49-F238E27FC236}">
                <a16:creationId xmlns:a16="http://schemas.microsoft.com/office/drawing/2014/main" id="{E324D4F3-C3D0-63F3-6C55-6E9EE6A23C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58388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1_section_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249558"/>
            <a:ext cx="1084618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D797E5-EBA8-B0FC-3A39-205019BDDDD8}"/>
              </a:ext>
            </a:extLst>
          </p:cNvPr>
          <p:cNvCxnSpPr>
            <a:cxnSpLocks/>
          </p:cNvCxnSpPr>
          <p:nvPr userDrawn="1"/>
        </p:nvCxnSpPr>
        <p:spPr>
          <a:xfrm>
            <a:off x="542936" y="1563490"/>
            <a:ext cx="0" cy="4889698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:a16="http://schemas.microsoft.com/office/drawing/2014/main" id="{DD806EB8-05A8-5F2B-726B-8E29805A79F8}"/>
              </a:ext>
            </a:extLst>
          </p:cNvPr>
          <p:cNvSpPr/>
          <p:nvPr userDrawn="1"/>
        </p:nvSpPr>
        <p:spPr>
          <a:xfrm rot="10800000">
            <a:off x="380999" y="1249558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9F71D88-FBE8-0740-E354-2F9C1F6330FF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A6D91D-1BD2-2E4F-F950-550956CF03BE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4ADF202-CA4E-0920-4D6C-9616F8BA88EE}"/>
              </a:ext>
            </a:extLst>
          </p:cNvPr>
          <p:cNvCxnSpPr>
            <a:cxnSpLocks/>
          </p:cNvCxnSpPr>
          <p:nvPr userDrawn="1"/>
        </p:nvCxnSpPr>
        <p:spPr>
          <a:xfrm>
            <a:off x="3643830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A00A389-9105-A898-E0FC-51A80321FE54}"/>
              </a:ext>
            </a:extLst>
          </p:cNvPr>
          <p:cNvCxnSpPr>
            <a:cxnSpLocks/>
          </p:cNvCxnSpPr>
          <p:nvPr userDrawn="1"/>
        </p:nvCxnSpPr>
        <p:spPr>
          <a:xfrm>
            <a:off x="3643830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D0C8D59-B953-C978-8D97-AA45F2C37A24}"/>
              </a:ext>
            </a:extLst>
          </p:cNvPr>
          <p:cNvCxnSpPr>
            <a:cxnSpLocks/>
          </p:cNvCxnSpPr>
          <p:nvPr userDrawn="1"/>
        </p:nvCxnSpPr>
        <p:spPr>
          <a:xfrm>
            <a:off x="9225268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C0D2729-2C17-9D11-0329-FE1443A07282}"/>
              </a:ext>
            </a:extLst>
          </p:cNvPr>
          <p:cNvCxnSpPr>
            <a:cxnSpLocks/>
          </p:cNvCxnSpPr>
          <p:nvPr userDrawn="1"/>
        </p:nvCxnSpPr>
        <p:spPr>
          <a:xfrm>
            <a:off x="9225268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F8620-051C-9FEA-D333-8DCBF5E62773}"/>
              </a:ext>
            </a:extLst>
          </p:cNvPr>
          <p:cNvCxnSpPr>
            <a:cxnSpLocks/>
          </p:cNvCxnSpPr>
          <p:nvPr userDrawn="1"/>
        </p:nvCxnSpPr>
        <p:spPr>
          <a:xfrm>
            <a:off x="6434549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E3C4A7-51E7-DFD6-DA9C-5B57506396F9}"/>
              </a:ext>
            </a:extLst>
          </p:cNvPr>
          <p:cNvCxnSpPr>
            <a:cxnSpLocks/>
          </p:cNvCxnSpPr>
          <p:nvPr userDrawn="1"/>
        </p:nvCxnSpPr>
        <p:spPr>
          <a:xfrm>
            <a:off x="6434549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Zástupný text 7" descr="Podnadpis">
            <a:extLst>
              <a:ext uri="{FF2B5EF4-FFF2-40B4-BE49-F238E27FC236}">
                <a16:creationId xmlns:a16="http://schemas.microsoft.com/office/drawing/2014/main" id="{E324D4F3-C3D0-63F3-6C55-6E9EE6A23C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85568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1_section_quadrants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249558"/>
            <a:ext cx="1084618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D797E5-EBA8-B0FC-3A39-205019BDDDD8}"/>
              </a:ext>
            </a:extLst>
          </p:cNvPr>
          <p:cNvCxnSpPr>
            <a:cxnSpLocks/>
          </p:cNvCxnSpPr>
          <p:nvPr userDrawn="1"/>
        </p:nvCxnSpPr>
        <p:spPr>
          <a:xfrm>
            <a:off x="542936" y="1563490"/>
            <a:ext cx="0" cy="4889698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:a16="http://schemas.microsoft.com/office/drawing/2014/main" id="{DD806EB8-05A8-5F2B-726B-8E29805A79F8}"/>
              </a:ext>
            </a:extLst>
          </p:cNvPr>
          <p:cNvSpPr/>
          <p:nvPr userDrawn="1"/>
        </p:nvSpPr>
        <p:spPr>
          <a:xfrm rot="10800000">
            <a:off x="380999" y="1249558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A893FCC-580F-C781-E7F7-E748A77DE6B1}"/>
              </a:ext>
            </a:extLst>
          </p:cNvPr>
          <p:cNvGrpSpPr/>
          <p:nvPr userDrawn="1"/>
        </p:nvGrpSpPr>
        <p:grpSpPr>
          <a:xfrm>
            <a:off x="853111" y="1714500"/>
            <a:ext cx="5400000" cy="2284413"/>
            <a:chOff x="853111" y="1714500"/>
            <a:chExt cx="5400000" cy="2284413"/>
          </a:xfrm>
        </p:grpSpPr>
        <p:sp>
          <p:nvSpPr>
            <p:cNvPr id="27" name="Rounded Rectangle 23">
              <a:extLst>
                <a:ext uri="{FF2B5EF4-FFF2-40B4-BE49-F238E27FC236}">
                  <a16:creationId xmlns:a16="http://schemas.microsoft.com/office/drawing/2014/main" id="{0F1DC306-57B1-DC80-5DD5-DEBC1779FA66}"/>
                </a:ext>
              </a:extLst>
            </p:cNvPr>
            <p:cNvSpPr/>
            <p:nvPr/>
          </p:nvSpPr>
          <p:spPr bwMode="auto">
            <a:xfrm>
              <a:off x="853111" y="1714500"/>
              <a:ext cx="5400000" cy="2284413"/>
            </a:xfrm>
            <a:prstGeom prst="roundRect">
              <a:avLst>
                <a:gd name="adj" fmla="val 6492"/>
              </a:avLst>
            </a:prstGeom>
            <a:noFill/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ounded Rectangle 23">
              <a:extLst>
                <a:ext uri="{FF2B5EF4-FFF2-40B4-BE49-F238E27FC236}">
                  <a16:creationId xmlns:a16="http://schemas.microsoft.com/office/drawing/2014/main" id="{1D464E44-0DA5-2216-8B1C-67542844A328}"/>
                </a:ext>
              </a:extLst>
            </p:cNvPr>
            <p:cNvSpPr/>
            <p:nvPr userDrawn="1"/>
          </p:nvSpPr>
          <p:spPr bwMode="auto">
            <a:xfrm>
              <a:off x="853111" y="1714501"/>
              <a:ext cx="5400000" cy="30091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2"/>
            </a:solidFill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CCE1E25-E12F-A74B-0A39-ED7C0167E8E4}"/>
              </a:ext>
            </a:extLst>
          </p:cNvPr>
          <p:cNvGrpSpPr/>
          <p:nvPr userDrawn="1"/>
        </p:nvGrpSpPr>
        <p:grpSpPr>
          <a:xfrm>
            <a:off x="6606010" y="1714500"/>
            <a:ext cx="5400000" cy="2284413"/>
            <a:chOff x="6606010" y="1714500"/>
            <a:chExt cx="5400000" cy="2284413"/>
          </a:xfrm>
        </p:grpSpPr>
        <p:sp>
          <p:nvSpPr>
            <p:cNvPr id="74" name="Rounded Rectangle 23">
              <a:extLst>
                <a:ext uri="{FF2B5EF4-FFF2-40B4-BE49-F238E27FC236}">
                  <a16:creationId xmlns:a16="http://schemas.microsoft.com/office/drawing/2014/main" id="{844CEAFA-8F2D-A63D-ECF2-5313E8E6F09C}"/>
                </a:ext>
              </a:extLst>
            </p:cNvPr>
            <p:cNvSpPr/>
            <p:nvPr userDrawn="1"/>
          </p:nvSpPr>
          <p:spPr bwMode="auto">
            <a:xfrm>
              <a:off x="6606010" y="1714500"/>
              <a:ext cx="5400000" cy="2284413"/>
            </a:xfrm>
            <a:prstGeom prst="roundRect">
              <a:avLst>
                <a:gd name="adj" fmla="val 6492"/>
              </a:avLst>
            </a:prstGeom>
            <a:noFill/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ounded Rectangle 23">
              <a:extLst>
                <a:ext uri="{FF2B5EF4-FFF2-40B4-BE49-F238E27FC236}">
                  <a16:creationId xmlns:a16="http://schemas.microsoft.com/office/drawing/2014/main" id="{2B781637-F787-0D17-3CFF-172AF203B729}"/>
                </a:ext>
              </a:extLst>
            </p:cNvPr>
            <p:cNvSpPr/>
            <p:nvPr userDrawn="1"/>
          </p:nvSpPr>
          <p:spPr bwMode="auto">
            <a:xfrm>
              <a:off x="6606010" y="1714501"/>
              <a:ext cx="5400000" cy="30091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2"/>
            </a:solidFill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1D8D0A2-D2D9-85E3-E54E-FE72B9E160DC}"/>
              </a:ext>
            </a:extLst>
          </p:cNvPr>
          <p:cNvGrpSpPr/>
          <p:nvPr userDrawn="1"/>
        </p:nvGrpSpPr>
        <p:grpSpPr>
          <a:xfrm>
            <a:off x="853111" y="4133850"/>
            <a:ext cx="5400000" cy="2284413"/>
            <a:chOff x="853111" y="4133850"/>
            <a:chExt cx="5400000" cy="2284413"/>
          </a:xfrm>
        </p:grpSpPr>
        <p:sp>
          <p:nvSpPr>
            <p:cNvPr id="79" name="Rounded Rectangle 23">
              <a:extLst>
                <a:ext uri="{FF2B5EF4-FFF2-40B4-BE49-F238E27FC236}">
                  <a16:creationId xmlns:a16="http://schemas.microsoft.com/office/drawing/2014/main" id="{CE6153B7-FB60-D1CE-ED2D-852FDA5460B4}"/>
                </a:ext>
              </a:extLst>
            </p:cNvPr>
            <p:cNvSpPr/>
            <p:nvPr userDrawn="1"/>
          </p:nvSpPr>
          <p:spPr bwMode="auto">
            <a:xfrm>
              <a:off x="853111" y="4133850"/>
              <a:ext cx="5400000" cy="2284413"/>
            </a:xfrm>
            <a:prstGeom prst="roundRect">
              <a:avLst>
                <a:gd name="adj" fmla="val 6492"/>
              </a:avLst>
            </a:prstGeom>
            <a:noFill/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ounded Rectangle 23">
              <a:extLst>
                <a:ext uri="{FF2B5EF4-FFF2-40B4-BE49-F238E27FC236}">
                  <a16:creationId xmlns:a16="http://schemas.microsoft.com/office/drawing/2014/main" id="{D8C5F16D-67D2-DF1B-E3F8-C8E8EA398841}"/>
                </a:ext>
              </a:extLst>
            </p:cNvPr>
            <p:cNvSpPr/>
            <p:nvPr userDrawn="1"/>
          </p:nvSpPr>
          <p:spPr bwMode="auto">
            <a:xfrm>
              <a:off x="853111" y="4133851"/>
              <a:ext cx="5400000" cy="30091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2"/>
            </a:solidFill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53FF2E4-6BBF-1766-5D94-2BC88BB0E2E9}"/>
              </a:ext>
            </a:extLst>
          </p:cNvPr>
          <p:cNvGrpSpPr/>
          <p:nvPr userDrawn="1"/>
        </p:nvGrpSpPr>
        <p:grpSpPr>
          <a:xfrm>
            <a:off x="6606010" y="4133850"/>
            <a:ext cx="5400000" cy="2284413"/>
            <a:chOff x="6606010" y="4133850"/>
            <a:chExt cx="5400000" cy="2284413"/>
          </a:xfrm>
        </p:grpSpPr>
        <p:sp>
          <p:nvSpPr>
            <p:cNvPr id="84" name="Rounded Rectangle 23">
              <a:extLst>
                <a:ext uri="{FF2B5EF4-FFF2-40B4-BE49-F238E27FC236}">
                  <a16:creationId xmlns:a16="http://schemas.microsoft.com/office/drawing/2014/main" id="{D65B191D-CE6C-02BF-524F-D7E57F9596D6}"/>
                </a:ext>
              </a:extLst>
            </p:cNvPr>
            <p:cNvSpPr/>
            <p:nvPr userDrawn="1"/>
          </p:nvSpPr>
          <p:spPr bwMode="auto">
            <a:xfrm>
              <a:off x="6606010" y="4133850"/>
              <a:ext cx="5400000" cy="2284413"/>
            </a:xfrm>
            <a:prstGeom prst="roundRect">
              <a:avLst>
                <a:gd name="adj" fmla="val 6492"/>
              </a:avLst>
            </a:prstGeom>
            <a:noFill/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ounded Rectangle 23">
              <a:extLst>
                <a:ext uri="{FF2B5EF4-FFF2-40B4-BE49-F238E27FC236}">
                  <a16:creationId xmlns:a16="http://schemas.microsoft.com/office/drawing/2014/main" id="{230A9F54-24DE-30C1-6E47-AEC8F185BF81}"/>
                </a:ext>
              </a:extLst>
            </p:cNvPr>
            <p:cNvSpPr/>
            <p:nvPr userDrawn="1"/>
          </p:nvSpPr>
          <p:spPr bwMode="auto">
            <a:xfrm>
              <a:off x="6606010" y="4133851"/>
              <a:ext cx="5400000" cy="30091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2"/>
            </a:solidFill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9" name="Zástupný text 7" descr="Podnadpis">
            <a:extLst>
              <a:ext uri="{FF2B5EF4-FFF2-40B4-BE49-F238E27FC236}">
                <a16:creationId xmlns:a16="http://schemas.microsoft.com/office/drawing/2014/main" id="{02B57853-3143-7DCD-9FCF-27D8480097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110" y="1714501"/>
            <a:ext cx="5405427" cy="300918"/>
          </a:xfrm>
          <a:noFill/>
          <a:ln>
            <a:noFill/>
          </a:ln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cs-CZ" sz="1600" b="1" spc="7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TITLE</a:t>
            </a:r>
            <a:endParaRPr lang="cs-CZ"/>
          </a:p>
        </p:txBody>
      </p:sp>
      <p:sp>
        <p:nvSpPr>
          <p:cNvPr id="77" name="Zástupný text 7" descr="Podnadpis">
            <a:extLst>
              <a:ext uri="{FF2B5EF4-FFF2-40B4-BE49-F238E27FC236}">
                <a16:creationId xmlns:a16="http://schemas.microsoft.com/office/drawing/2014/main" id="{84FD73EB-76D3-6B16-C81E-FDA8558BF3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06009" y="1714501"/>
            <a:ext cx="5405427" cy="300918"/>
          </a:xfrm>
          <a:noFill/>
          <a:ln>
            <a:noFill/>
          </a:ln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cs-CZ" sz="1600" b="1" spc="7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TITLE</a:t>
            </a:r>
            <a:endParaRPr lang="cs-CZ"/>
          </a:p>
        </p:txBody>
      </p:sp>
      <p:sp>
        <p:nvSpPr>
          <p:cNvPr id="82" name="Zástupný text 7" descr="Podnadpis">
            <a:extLst>
              <a:ext uri="{FF2B5EF4-FFF2-40B4-BE49-F238E27FC236}">
                <a16:creationId xmlns:a16="http://schemas.microsoft.com/office/drawing/2014/main" id="{C482B250-3F0A-26A5-C912-1922140072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3110" y="4133851"/>
            <a:ext cx="5405427" cy="300918"/>
          </a:xfrm>
          <a:noFill/>
          <a:ln>
            <a:noFill/>
          </a:ln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cs-CZ" sz="1600" b="1" spc="7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TITLE</a:t>
            </a:r>
            <a:endParaRPr lang="cs-CZ"/>
          </a:p>
        </p:txBody>
      </p:sp>
      <p:sp>
        <p:nvSpPr>
          <p:cNvPr id="87" name="Zástupný text 7" descr="Podnadpis">
            <a:extLst>
              <a:ext uri="{FF2B5EF4-FFF2-40B4-BE49-F238E27FC236}">
                <a16:creationId xmlns:a16="http://schemas.microsoft.com/office/drawing/2014/main" id="{58DD22B4-389E-98C9-BCBA-EE121F0A16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06009" y="4133851"/>
            <a:ext cx="5405427" cy="300918"/>
          </a:xfrm>
          <a:noFill/>
          <a:ln>
            <a:noFill/>
          </a:ln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cs-CZ" sz="1600" b="1" spc="7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TITLE</a:t>
            </a:r>
            <a:endParaRPr lang="cs-CZ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2EE07F-059D-6681-2DA6-CD817486BBFC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6DF42D-0E2C-A6BF-E295-FBD372B2A002}"/>
              </a:ext>
            </a:extLst>
          </p:cNvPr>
          <p:cNvCxnSpPr>
            <a:cxnSpLocks/>
          </p:cNvCxnSpPr>
          <p:nvPr userDrawn="1"/>
        </p:nvCxnSpPr>
        <p:spPr>
          <a:xfrm>
            <a:off x="6429560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B32B9B-6C01-BEC0-9661-2D4B839562B8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1FB380-C19E-092F-A49D-FA687ECF2C72}"/>
              </a:ext>
            </a:extLst>
          </p:cNvPr>
          <p:cNvCxnSpPr>
            <a:cxnSpLocks/>
          </p:cNvCxnSpPr>
          <p:nvPr userDrawn="1"/>
        </p:nvCxnSpPr>
        <p:spPr>
          <a:xfrm>
            <a:off x="6429560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DD5826-ED42-B862-6C8F-4FE2537DC746}"/>
              </a:ext>
            </a:extLst>
          </p:cNvPr>
          <p:cNvCxnSpPr>
            <a:cxnSpLocks/>
          </p:cNvCxnSpPr>
          <p:nvPr userDrawn="1"/>
        </p:nvCxnSpPr>
        <p:spPr>
          <a:xfrm>
            <a:off x="62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65C8E1-34F0-5D98-005C-6C6726B17A8C}"/>
              </a:ext>
            </a:extLst>
          </p:cNvPr>
          <p:cNvCxnSpPr>
            <a:cxnSpLocks/>
          </p:cNvCxnSpPr>
          <p:nvPr userDrawn="1"/>
        </p:nvCxnSpPr>
        <p:spPr>
          <a:xfrm>
            <a:off x="62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DC1DE4-E77A-91CB-028E-4C7700565E98}"/>
              </a:ext>
            </a:extLst>
          </p:cNvPr>
          <p:cNvCxnSpPr>
            <a:cxnSpLocks/>
          </p:cNvCxnSpPr>
          <p:nvPr userDrawn="1"/>
        </p:nvCxnSpPr>
        <p:spPr>
          <a:xfrm>
            <a:off x="6606010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79D6A4-A236-FB04-6CF3-0C67715857DE}"/>
              </a:ext>
            </a:extLst>
          </p:cNvPr>
          <p:cNvCxnSpPr>
            <a:cxnSpLocks/>
          </p:cNvCxnSpPr>
          <p:nvPr userDrawn="1"/>
        </p:nvCxnSpPr>
        <p:spPr>
          <a:xfrm>
            <a:off x="6606010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D32772-AE94-78F9-430F-D1C4F632076D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714500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5D0A0D1-9427-792B-EBE5-8EDB4BCCBCF6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714500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71752B-2702-6E5A-D6B1-B3024DAA81D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3998913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D34513-C28E-9254-0DF6-42794EE2AA07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3998913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C840395-8F8F-308A-5B87-9190D8E4A946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4133850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F39475B-B4BE-396A-D532-B379A84201AB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4133850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82F3D0-085F-85EC-6119-51D9B8CCDEB6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18263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99F306-209D-DDB5-971C-246F1538395A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18263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C055D9B-D6AD-03AB-A569-7F45EDC8E95B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4066381"/>
            <a:ext cx="360000" cy="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69D3548-7D88-C41B-0429-5D70A8C2F712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4066381"/>
            <a:ext cx="360000" cy="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Zástupný text 7" descr="Podnadpis">
            <a:extLst>
              <a:ext uri="{FF2B5EF4-FFF2-40B4-BE49-F238E27FC236}">
                <a16:creationId xmlns:a16="http://schemas.microsoft.com/office/drawing/2014/main" id="{45227618-A382-48BB-E642-C502D6A3F9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58021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1_section_quadr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43D0EA2-5D04-FD61-083B-6D64BE6E849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9624" y="1249558"/>
            <a:ext cx="1084618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D797E5-EBA8-B0FC-3A39-205019BDDDD8}"/>
              </a:ext>
            </a:extLst>
          </p:cNvPr>
          <p:cNvCxnSpPr>
            <a:cxnSpLocks/>
          </p:cNvCxnSpPr>
          <p:nvPr userDrawn="1"/>
        </p:nvCxnSpPr>
        <p:spPr>
          <a:xfrm>
            <a:off x="542936" y="1563490"/>
            <a:ext cx="0" cy="4889698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:a16="http://schemas.microsoft.com/office/drawing/2014/main" id="{DD806EB8-05A8-5F2B-726B-8E29805A79F8}"/>
              </a:ext>
            </a:extLst>
          </p:cNvPr>
          <p:cNvSpPr/>
          <p:nvPr userDrawn="1"/>
        </p:nvSpPr>
        <p:spPr>
          <a:xfrm rot="10800000">
            <a:off x="380999" y="1249558"/>
            <a:ext cx="312531" cy="313932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A893FCC-580F-C781-E7F7-E748A77DE6B1}"/>
              </a:ext>
            </a:extLst>
          </p:cNvPr>
          <p:cNvGrpSpPr/>
          <p:nvPr userDrawn="1"/>
        </p:nvGrpSpPr>
        <p:grpSpPr>
          <a:xfrm>
            <a:off x="853111" y="1714500"/>
            <a:ext cx="5400000" cy="2284413"/>
            <a:chOff x="853111" y="1714500"/>
            <a:chExt cx="5400000" cy="2284413"/>
          </a:xfrm>
        </p:grpSpPr>
        <p:sp>
          <p:nvSpPr>
            <p:cNvPr id="27" name="Rounded Rectangle 23">
              <a:extLst>
                <a:ext uri="{FF2B5EF4-FFF2-40B4-BE49-F238E27FC236}">
                  <a16:creationId xmlns:a16="http://schemas.microsoft.com/office/drawing/2014/main" id="{0F1DC306-57B1-DC80-5DD5-DEBC1779FA66}"/>
                </a:ext>
              </a:extLst>
            </p:cNvPr>
            <p:cNvSpPr/>
            <p:nvPr/>
          </p:nvSpPr>
          <p:spPr bwMode="auto">
            <a:xfrm>
              <a:off x="853111" y="1714500"/>
              <a:ext cx="5400000" cy="2284413"/>
            </a:xfrm>
            <a:prstGeom prst="roundRect">
              <a:avLst>
                <a:gd name="adj" fmla="val 6492"/>
              </a:avLst>
            </a:prstGeom>
            <a:noFill/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ounded Rectangle 23">
              <a:extLst>
                <a:ext uri="{FF2B5EF4-FFF2-40B4-BE49-F238E27FC236}">
                  <a16:creationId xmlns:a16="http://schemas.microsoft.com/office/drawing/2014/main" id="{1D464E44-0DA5-2216-8B1C-67542844A328}"/>
                </a:ext>
              </a:extLst>
            </p:cNvPr>
            <p:cNvSpPr/>
            <p:nvPr userDrawn="1"/>
          </p:nvSpPr>
          <p:spPr bwMode="auto">
            <a:xfrm>
              <a:off x="853111" y="1714501"/>
              <a:ext cx="5400000" cy="30091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2"/>
            </a:solidFill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CCE1E25-E12F-A74B-0A39-ED7C0167E8E4}"/>
              </a:ext>
            </a:extLst>
          </p:cNvPr>
          <p:cNvGrpSpPr/>
          <p:nvPr userDrawn="1"/>
        </p:nvGrpSpPr>
        <p:grpSpPr>
          <a:xfrm>
            <a:off x="6606010" y="1714500"/>
            <a:ext cx="5400000" cy="2284413"/>
            <a:chOff x="6606010" y="1714500"/>
            <a:chExt cx="5400000" cy="2284413"/>
          </a:xfrm>
        </p:grpSpPr>
        <p:sp>
          <p:nvSpPr>
            <p:cNvPr id="74" name="Rounded Rectangle 23">
              <a:extLst>
                <a:ext uri="{FF2B5EF4-FFF2-40B4-BE49-F238E27FC236}">
                  <a16:creationId xmlns:a16="http://schemas.microsoft.com/office/drawing/2014/main" id="{844CEAFA-8F2D-A63D-ECF2-5313E8E6F09C}"/>
                </a:ext>
              </a:extLst>
            </p:cNvPr>
            <p:cNvSpPr/>
            <p:nvPr userDrawn="1"/>
          </p:nvSpPr>
          <p:spPr bwMode="auto">
            <a:xfrm>
              <a:off x="6606010" y="1714500"/>
              <a:ext cx="5400000" cy="2284413"/>
            </a:xfrm>
            <a:prstGeom prst="roundRect">
              <a:avLst>
                <a:gd name="adj" fmla="val 6492"/>
              </a:avLst>
            </a:prstGeom>
            <a:noFill/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ounded Rectangle 23">
              <a:extLst>
                <a:ext uri="{FF2B5EF4-FFF2-40B4-BE49-F238E27FC236}">
                  <a16:creationId xmlns:a16="http://schemas.microsoft.com/office/drawing/2014/main" id="{2B781637-F787-0D17-3CFF-172AF203B729}"/>
                </a:ext>
              </a:extLst>
            </p:cNvPr>
            <p:cNvSpPr/>
            <p:nvPr userDrawn="1"/>
          </p:nvSpPr>
          <p:spPr bwMode="auto">
            <a:xfrm>
              <a:off x="6606010" y="1714501"/>
              <a:ext cx="5400000" cy="30091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2"/>
            </a:solidFill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1D8D0A2-D2D9-85E3-E54E-FE72B9E160DC}"/>
              </a:ext>
            </a:extLst>
          </p:cNvPr>
          <p:cNvGrpSpPr/>
          <p:nvPr userDrawn="1"/>
        </p:nvGrpSpPr>
        <p:grpSpPr>
          <a:xfrm>
            <a:off x="853111" y="4133850"/>
            <a:ext cx="5400000" cy="2284413"/>
            <a:chOff x="853111" y="4133850"/>
            <a:chExt cx="5400000" cy="2284413"/>
          </a:xfrm>
        </p:grpSpPr>
        <p:sp>
          <p:nvSpPr>
            <p:cNvPr id="79" name="Rounded Rectangle 23">
              <a:extLst>
                <a:ext uri="{FF2B5EF4-FFF2-40B4-BE49-F238E27FC236}">
                  <a16:creationId xmlns:a16="http://schemas.microsoft.com/office/drawing/2014/main" id="{CE6153B7-FB60-D1CE-ED2D-852FDA5460B4}"/>
                </a:ext>
              </a:extLst>
            </p:cNvPr>
            <p:cNvSpPr/>
            <p:nvPr userDrawn="1"/>
          </p:nvSpPr>
          <p:spPr bwMode="auto">
            <a:xfrm>
              <a:off x="853111" y="4133850"/>
              <a:ext cx="5400000" cy="2284413"/>
            </a:xfrm>
            <a:prstGeom prst="roundRect">
              <a:avLst>
                <a:gd name="adj" fmla="val 6492"/>
              </a:avLst>
            </a:prstGeom>
            <a:noFill/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ounded Rectangle 23">
              <a:extLst>
                <a:ext uri="{FF2B5EF4-FFF2-40B4-BE49-F238E27FC236}">
                  <a16:creationId xmlns:a16="http://schemas.microsoft.com/office/drawing/2014/main" id="{D8C5F16D-67D2-DF1B-E3F8-C8E8EA398841}"/>
                </a:ext>
              </a:extLst>
            </p:cNvPr>
            <p:cNvSpPr/>
            <p:nvPr userDrawn="1"/>
          </p:nvSpPr>
          <p:spPr bwMode="auto">
            <a:xfrm>
              <a:off x="853111" y="4133851"/>
              <a:ext cx="5400000" cy="30091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2"/>
            </a:solidFill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53FF2E4-6BBF-1766-5D94-2BC88BB0E2E9}"/>
              </a:ext>
            </a:extLst>
          </p:cNvPr>
          <p:cNvGrpSpPr/>
          <p:nvPr userDrawn="1"/>
        </p:nvGrpSpPr>
        <p:grpSpPr>
          <a:xfrm>
            <a:off x="6606010" y="4133850"/>
            <a:ext cx="5400000" cy="2284413"/>
            <a:chOff x="6606010" y="4133850"/>
            <a:chExt cx="5400000" cy="2284413"/>
          </a:xfrm>
        </p:grpSpPr>
        <p:sp>
          <p:nvSpPr>
            <p:cNvPr id="84" name="Rounded Rectangle 23">
              <a:extLst>
                <a:ext uri="{FF2B5EF4-FFF2-40B4-BE49-F238E27FC236}">
                  <a16:creationId xmlns:a16="http://schemas.microsoft.com/office/drawing/2014/main" id="{D65B191D-CE6C-02BF-524F-D7E57F9596D6}"/>
                </a:ext>
              </a:extLst>
            </p:cNvPr>
            <p:cNvSpPr/>
            <p:nvPr userDrawn="1"/>
          </p:nvSpPr>
          <p:spPr bwMode="auto">
            <a:xfrm>
              <a:off x="6606010" y="4133850"/>
              <a:ext cx="5400000" cy="2284413"/>
            </a:xfrm>
            <a:prstGeom prst="roundRect">
              <a:avLst>
                <a:gd name="adj" fmla="val 6492"/>
              </a:avLst>
            </a:prstGeom>
            <a:noFill/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ounded Rectangle 23">
              <a:extLst>
                <a:ext uri="{FF2B5EF4-FFF2-40B4-BE49-F238E27FC236}">
                  <a16:creationId xmlns:a16="http://schemas.microsoft.com/office/drawing/2014/main" id="{230A9F54-24DE-30C1-6E47-AEC8F185BF81}"/>
                </a:ext>
              </a:extLst>
            </p:cNvPr>
            <p:cNvSpPr/>
            <p:nvPr userDrawn="1"/>
          </p:nvSpPr>
          <p:spPr bwMode="auto">
            <a:xfrm>
              <a:off x="6606010" y="4133851"/>
              <a:ext cx="5400000" cy="30091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2"/>
            </a:solidFill>
            <a:ln w="285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anchor="ctr"/>
            <a:lstStyle/>
            <a:p>
              <a:pPr marL="285750" indent="-285750" eaLnBrk="1" fontAlgn="auto" hangingPunct="1">
                <a:spcBef>
                  <a:spcPts val="300"/>
                </a:spcBef>
                <a:spcAft>
                  <a:spcPts val="0"/>
                </a:spcAft>
                <a:buSzPct val="150000"/>
                <a:buFont typeface="Courier New" panose="02070309020205020404" pitchFamily="49" charset="0"/>
                <a:buChar char="o"/>
                <a:defRPr/>
              </a:pPr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9" name="Zástupný text 7" descr="Podnadpis">
            <a:extLst>
              <a:ext uri="{FF2B5EF4-FFF2-40B4-BE49-F238E27FC236}">
                <a16:creationId xmlns:a16="http://schemas.microsoft.com/office/drawing/2014/main" id="{02B57853-3143-7DCD-9FCF-27D8480097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110" y="1714501"/>
            <a:ext cx="5405427" cy="300918"/>
          </a:xfrm>
          <a:noFill/>
          <a:ln>
            <a:noFill/>
          </a:ln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cs-CZ" sz="1600" b="1" spc="7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TITLE</a:t>
            </a:r>
            <a:endParaRPr lang="cs-CZ"/>
          </a:p>
        </p:txBody>
      </p:sp>
      <p:sp>
        <p:nvSpPr>
          <p:cNvPr id="77" name="Zástupný text 7" descr="Podnadpis">
            <a:extLst>
              <a:ext uri="{FF2B5EF4-FFF2-40B4-BE49-F238E27FC236}">
                <a16:creationId xmlns:a16="http://schemas.microsoft.com/office/drawing/2014/main" id="{84FD73EB-76D3-6B16-C81E-FDA8558BF3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06009" y="1714501"/>
            <a:ext cx="5405427" cy="300918"/>
          </a:xfrm>
          <a:noFill/>
          <a:ln>
            <a:noFill/>
          </a:ln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cs-CZ" sz="1600" b="1" spc="7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TITLE</a:t>
            </a:r>
            <a:endParaRPr lang="cs-CZ"/>
          </a:p>
        </p:txBody>
      </p:sp>
      <p:sp>
        <p:nvSpPr>
          <p:cNvPr id="82" name="Zástupný text 7" descr="Podnadpis">
            <a:extLst>
              <a:ext uri="{FF2B5EF4-FFF2-40B4-BE49-F238E27FC236}">
                <a16:creationId xmlns:a16="http://schemas.microsoft.com/office/drawing/2014/main" id="{C482B250-3F0A-26A5-C912-1922140072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3110" y="4133851"/>
            <a:ext cx="5405427" cy="300918"/>
          </a:xfrm>
          <a:noFill/>
          <a:ln>
            <a:noFill/>
          </a:ln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cs-CZ" sz="1600" b="1" spc="7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TITLE</a:t>
            </a:r>
            <a:endParaRPr lang="cs-CZ"/>
          </a:p>
        </p:txBody>
      </p:sp>
      <p:sp>
        <p:nvSpPr>
          <p:cNvPr id="87" name="Zástupný text 7" descr="Podnadpis">
            <a:extLst>
              <a:ext uri="{FF2B5EF4-FFF2-40B4-BE49-F238E27FC236}">
                <a16:creationId xmlns:a16="http://schemas.microsoft.com/office/drawing/2014/main" id="{58DD22B4-389E-98C9-BCBA-EE121F0A16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06009" y="4133851"/>
            <a:ext cx="5405427" cy="300918"/>
          </a:xfrm>
          <a:noFill/>
          <a:ln>
            <a:noFill/>
          </a:ln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cs-CZ" sz="1600" b="1" spc="7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TITLE</a:t>
            </a:r>
            <a:endParaRPr lang="cs-CZ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2EE07F-059D-6681-2DA6-CD817486BBFC}"/>
              </a:ext>
            </a:extLst>
          </p:cNvPr>
          <p:cNvCxnSpPr>
            <a:cxnSpLocks/>
          </p:cNvCxnSpPr>
          <p:nvPr userDrawn="1"/>
        </p:nvCxnSpPr>
        <p:spPr>
          <a:xfrm>
            <a:off x="8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6DF42D-0E2C-A6BF-E295-FBD372B2A002}"/>
              </a:ext>
            </a:extLst>
          </p:cNvPr>
          <p:cNvCxnSpPr>
            <a:cxnSpLocks/>
          </p:cNvCxnSpPr>
          <p:nvPr userDrawn="1"/>
        </p:nvCxnSpPr>
        <p:spPr>
          <a:xfrm>
            <a:off x="6429560" y="-509486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B32B9B-6C01-BEC0-9661-2D4B839562B8}"/>
              </a:ext>
            </a:extLst>
          </p:cNvPr>
          <p:cNvCxnSpPr>
            <a:cxnSpLocks/>
          </p:cNvCxnSpPr>
          <p:nvPr userDrawn="1"/>
        </p:nvCxnSpPr>
        <p:spPr>
          <a:xfrm>
            <a:off x="8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1FB380-C19E-092F-A49D-FA687ECF2C72}"/>
              </a:ext>
            </a:extLst>
          </p:cNvPr>
          <p:cNvCxnSpPr>
            <a:cxnSpLocks/>
          </p:cNvCxnSpPr>
          <p:nvPr userDrawn="1"/>
        </p:nvCxnSpPr>
        <p:spPr>
          <a:xfrm>
            <a:off x="6429560" y="6996957"/>
            <a:ext cx="0" cy="36000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DD5826-ED42-B862-6C8F-4FE2537DC746}"/>
              </a:ext>
            </a:extLst>
          </p:cNvPr>
          <p:cNvCxnSpPr>
            <a:cxnSpLocks/>
          </p:cNvCxnSpPr>
          <p:nvPr userDrawn="1"/>
        </p:nvCxnSpPr>
        <p:spPr>
          <a:xfrm>
            <a:off x="6253111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65C8E1-34F0-5D98-005C-6C6726B17A8C}"/>
              </a:ext>
            </a:extLst>
          </p:cNvPr>
          <p:cNvCxnSpPr>
            <a:cxnSpLocks/>
          </p:cNvCxnSpPr>
          <p:nvPr userDrawn="1"/>
        </p:nvCxnSpPr>
        <p:spPr>
          <a:xfrm>
            <a:off x="6253111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DC1DE4-E77A-91CB-028E-4C7700565E98}"/>
              </a:ext>
            </a:extLst>
          </p:cNvPr>
          <p:cNvCxnSpPr>
            <a:cxnSpLocks/>
          </p:cNvCxnSpPr>
          <p:nvPr userDrawn="1"/>
        </p:nvCxnSpPr>
        <p:spPr>
          <a:xfrm>
            <a:off x="6606010" y="-509486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79D6A4-A236-FB04-6CF3-0C67715857DE}"/>
              </a:ext>
            </a:extLst>
          </p:cNvPr>
          <p:cNvCxnSpPr>
            <a:cxnSpLocks/>
          </p:cNvCxnSpPr>
          <p:nvPr userDrawn="1"/>
        </p:nvCxnSpPr>
        <p:spPr>
          <a:xfrm>
            <a:off x="6606010" y="6996957"/>
            <a:ext cx="0" cy="36000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D32772-AE94-78F9-430F-D1C4F632076D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714500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5D0A0D1-9427-792B-EBE5-8EDB4BCCBCF6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714500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71752B-2702-6E5A-D6B1-B3024DAA81D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3998913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D34513-C28E-9254-0DF6-42794EE2AA07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3998913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C840395-8F8F-308A-5B87-9190D8E4A946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4133850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F39475B-B4BE-396A-D532-B379A84201AB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4133850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82F3D0-085F-85EC-6119-51D9B8CCDEB6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18263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99F306-209D-DDB5-971C-246F1538395A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18263"/>
            <a:ext cx="360000" cy="0"/>
          </a:xfrm>
          <a:prstGeom prst="line">
            <a:avLst/>
          </a:prstGeom>
          <a:noFill/>
          <a:ln w="6350" cap="flat">
            <a:solidFill>
              <a:srgbClr val="00B05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C055D9B-D6AD-03AB-A569-7F45EDC8E95B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4066381"/>
            <a:ext cx="360000" cy="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69D3548-7D88-C41B-0429-5D70A8C2F712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4066381"/>
            <a:ext cx="360000" cy="0"/>
          </a:xfrm>
          <a:prstGeom prst="line">
            <a:avLst/>
          </a:prstGeom>
          <a:noFill/>
          <a:ln w="6350" cap="flat">
            <a:solidFill>
              <a:srgbClr val="FFC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Zástupný text 7" descr="Podnadpis">
            <a:extLst>
              <a:ext uri="{FF2B5EF4-FFF2-40B4-BE49-F238E27FC236}">
                <a16:creationId xmlns:a16="http://schemas.microsoft.com/office/drawing/2014/main" id="{45227618-A382-48BB-E642-C502D6A3F9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92553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C3169D-E8D9-57B8-C9F7-56C74376B839}"/>
              </a:ext>
            </a:extLst>
          </p:cNvPr>
          <p:cNvSpPr/>
          <p:nvPr userDrawn="1"/>
        </p:nvSpPr>
        <p:spPr>
          <a:xfrm>
            <a:off x="-1200" y="1082675"/>
            <a:ext cx="12193200" cy="53705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42924" y="280343"/>
            <a:ext cx="9674224" cy="366126"/>
          </a:xfrm>
          <a:solidFill>
            <a:schemeClr val="bg1"/>
          </a:solidFill>
        </p:spPr>
        <p:txBody>
          <a:bodyPr lIns="0">
            <a:spAutoFit/>
          </a:bodyPr>
          <a:lstStyle>
            <a:lvl1pPr>
              <a:defRPr lang="cs-CZ" sz="1800" spc="7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HEADLINE</a:t>
            </a:r>
            <a:endParaRPr lang="cs-CZ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9DFEE5-6C74-E270-F6CC-501F93C87D90}"/>
              </a:ext>
            </a:extLst>
          </p:cNvPr>
          <p:cNvCxnSpPr>
            <a:cxnSpLocks/>
          </p:cNvCxnSpPr>
          <p:nvPr userDrawn="1"/>
        </p:nvCxnSpPr>
        <p:spPr>
          <a:xfrm>
            <a:off x="-1200" y="1082675"/>
            <a:ext cx="1219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F038D-AB1F-C46C-D84D-81CFEDFD041A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C832B4-E0F8-F021-B53D-488B1B8FB119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1082675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E216C6-5DDA-4368-8B1C-3F5BAB294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-532660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B629C0-2AE0-5762-D8F9-4F5A0DDF57B4}"/>
              </a:ext>
            </a:extLst>
          </p:cNvPr>
          <p:cNvCxnSpPr>
            <a:cxnSpLocks/>
          </p:cNvCxnSpPr>
          <p:nvPr userDrawn="1"/>
        </p:nvCxnSpPr>
        <p:spPr>
          <a:xfrm>
            <a:off x="12352421" y="6453188"/>
            <a:ext cx="360000" cy="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199A74-C9E2-7716-E38C-491188722296}"/>
              </a:ext>
            </a:extLst>
          </p:cNvPr>
          <p:cNvCxnSpPr>
            <a:cxnSpLocks/>
          </p:cNvCxnSpPr>
          <p:nvPr userDrawn="1"/>
        </p:nvCxnSpPr>
        <p:spPr>
          <a:xfrm>
            <a:off x="542924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0F254-B4E7-ED22-370E-5F07DB7D1E62}"/>
              </a:ext>
            </a:extLst>
          </p:cNvPr>
          <p:cNvCxnSpPr>
            <a:cxnSpLocks/>
          </p:cNvCxnSpPr>
          <p:nvPr userDrawn="1"/>
        </p:nvCxnSpPr>
        <p:spPr>
          <a:xfrm>
            <a:off x="542924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403773-B291-6B68-2343-21D4B03585C8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-509486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D92A7-1C3E-E1CF-EDDF-A6010F11D4B2}"/>
              </a:ext>
            </a:extLst>
          </p:cNvPr>
          <p:cNvCxnSpPr>
            <a:cxnSpLocks/>
          </p:cNvCxnSpPr>
          <p:nvPr userDrawn="1"/>
        </p:nvCxnSpPr>
        <p:spPr>
          <a:xfrm>
            <a:off x="12015988" y="6996957"/>
            <a:ext cx="0" cy="360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Zástupný text 7" descr="Podnadpis">
            <a:extLst>
              <a:ext uri="{FF2B5EF4-FFF2-40B4-BE49-F238E27FC236}">
                <a16:creationId xmlns:a16="http://schemas.microsoft.com/office/drawing/2014/main" id="{F063DFDA-4F29-7F80-8210-80660179B9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10382249" cy="237600"/>
          </a:xfrm>
          <a:solidFill>
            <a:schemeClr val="bg2"/>
          </a:solidFill>
          <a:ln w="76200">
            <a:noFill/>
          </a:ln>
        </p:spPr>
        <p:txBody>
          <a:bodyPr wrap="none" lIns="90000" tIns="36000" rIns="36000" bIns="36000" rtlCol="0" anchor="ctr">
            <a:noAutofit/>
          </a:bodyPr>
          <a:lstStyle>
            <a:lvl1pPr marL="450000" indent="0">
              <a:buNone/>
              <a:defRPr lang="cs-CZ" sz="1200" b="1" dirty="0">
                <a:solidFill>
                  <a:schemeClr val="bg1"/>
                </a:solidFill>
              </a:defRPr>
            </a:lvl1pPr>
          </a:lstStyle>
          <a:p>
            <a:pPr marL="452438" lvl="0" eaLnBrk="0" hangingPunct="0">
              <a:spcBef>
                <a:spcPct val="0"/>
              </a:spcBef>
            </a:pPr>
            <a:r>
              <a:rPr lang="en-US"/>
              <a:t>SECTION TITLE (remove if not relevant)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34492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8">
            <a:extLst>
              <a:ext uri="{FF2B5EF4-FFF2-40B4-BE49-F238E27FC236}">
                <a16:creationId xmlns:a16="http://schemas.microsoft.com/office/drawing/2014/main" id="{44DB86C2-AD46-D8B2-D52C-3DA095D29391}"/>
              </a:ext>
            </a:extLst>
          </p:cNvPr>
          <p:cNvSpPr/>
          <p:nvPr userDrawn="1"/>
        </p:nvSpPr>
        <p:spPr>
          <a:xfrm>
            <a:off x="10023475" y="0"/>
            <a:ext cx="2168525" cy="1096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pic>
        <p:nvPicPr>
          <p:cNvPr id="3" name="Obrázek 11">
            <a:extLst>
              <a:ext uri="{FF2B5EF4-FFF2-40B4-BE49-F238E27FC236}">
                <a16:creationId xmlns:a16="http://schemas.microsoft.com/office/drawing/2014/main" id="{0B97EFA3-5C66-2CE0-D231-C6A6D4E9A7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73" r="9264"/>
          <a:stretch>
            <a:fillRect/>
          </a:stretch>
        </p:blipFill>
        <p:spPr bwMode="auto">
          <a:xfrm>
            <a:off x="3581400" y="2333625"/>
            <a:ext cx="50292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délník 2">
            <a:extLst>
              <a:ext uri="{FF2B5EF4-FFF2-40B4-BE49-F238E27FC236}">
                <a16:creationId xmlns:a16="http://schemas.microsoft.com/office/drawing/2014/main" id="{C1BDD08E-29A1-8752-94E7-67B8B0114DA1}"/>
              </a:ext>
            </a:extLst>
          </p:cNvPr>
          <p:cNvSpPr/>
          <p:nvPr userDrawn="1"/>
        </p:nvSpPr>
        <p:spPr>
          <a:xfrm>
            <a:off x="0" y="6513513"/>
            <a:ext cx="850900" cy="3444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14" name="Zástupný text 9" descr="Hlavní myšlenka">
            <a:extLst>
              <a:ext uri="{FF2B5EF4-FFF2-40B4-BE49-F238E27FC236}">
                <a16:creationId xmlns:a16="http://schemas.microsoft.com/office/drawing/2014/main" id="{E53589FD-A489-AF11-B86B-76496D4CE5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79630" y="5869854"/>
            <a:ext cx="8832738" cy="404125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contact</a:t>
            </a:r>
            <a:endParaRPr lang="cs-CZ"/>
          </a:p>
        </p:txBody>
      </p:sp>
      <p:sp>
        <p:nvSpPr>
          <p:cNvPr id="15" name="Zástupný text 9" descr="Hlavní myšlenka">
            <a:extLst>
              <a:ext uri="{FF2B5EF4-FFF2-40B4-BE49-F238E27FC236}">
                <a16:creationId xmlns:a16="http://schemas.microsoft.com/office/drawing/2014/main" id="{E253FA10-0EC7-60E1-8B09-6EAA07347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9630" y="4861341"/>
            <a:ext cx="8832738" cy="455613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32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GB"/>
              <a:t>Thank you for your attention.</a:t>
            </a: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18498DCE-C985-7EA5-2DFB-91A4BB3A4832}"/>
              </a:ext>
            </a:extLst>
          </p:cNvPr>
          <p:cNvSpPr txBox="1">
            <a:spLocks/>
          </p:cNvSpPr>
          <p:nvPr userDrawn="1"/>
        </p:nvSpPr>
        <p:spPr>
          <a:xfrm>
            <a:off x="-1" y="6492875"/>
            <a:ext cx="1642369" cy="365125"/>
          </a:xfrm>
          <a:prstGeom prst="rect">
            <a:avLst/>
          </a:prstGeom>
        </p:spPr>
        <p:txBody>
          <a:bodyPr rIns="0" bIns="90000" anchor="b"/>
          <a:lstStyle>
            <a:defPPr>
              <a:defRPr lang="cs-CZ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500" kern="1200" smtClean="0">
                <a:solidFill>
                  <a:schemeClr val="bg2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/>
              <a:t>PAGE</a:t>
            </a:r>
            <a:r>
              <a:rPr lang="en-US"/>
              <a:t> </a:t>
            </a:r>
            <a:fld id="{1ABCFF83-0968-4A19-895C-5CC5A6ECDA97}" type="slidenum">
              <a:rPr lang="cs-CZ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cs-CZ"/>
          </a:p>
          <a:p>
            <a:pPr>
              <a:defRPr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64410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8">
            <a:extLst>
              <a:ext uri="{FF2B5EF4-FFF2-40B4-BE49-F238E27FC236}">
                <a16:creationId xmlns:a16="http://schemas.microsoft.com/office/drawing/2014/main" id="{44DB86C2-AD46-D8B2-D52C-3DA095D29391}"/>
              </a:ext>
            </a:extLst>
          </p:cNvPr>
          <p:cNvSpPr/>
          <p:nvPr userDrawn="1"/>
        </p:nvSpPr>
        <p:spPr>
          <a:xfrm>
            <a:off x="10023475" y="0"/>
            <a:ext cx="2168525" cy="1096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pic>
        <p:nvPicPr>
          <p:cNvPr id="3" name="Obrázek 11">
            <a:extLst>
              <a:ext uri="{FF2B5EF4-FFF2-40B4-BE49-F238E27FC236}">
                <a16:creationId xmlns:a16="http://schemas.microsoft.com/office/drawing/2014/main" id="{0B97EFA3-5C66-2CE0-D231-C6A6D4E9A7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73" r="9264"/>
          <a:stretch>
            <a:fillRect/>
          </a:stretch>
        </p:blipFill>
        <p:spPr bwMode="auto">
          <a:xfrm>
            <a:off x="3581400" y="2333625"/>
            <a:ext cx="50292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délník 2">
            <a:extLst>
              <a:ext uri="{FF2B5EF4-FFF2-40B4-BE49-F238E27FC236}">
                <a16:creationId xmlns:a16="http://schemas.microsoft.com/office/drawing/2014/main" id="{C1BDD08E-29A1-8752-94E7-67B8B0114DA1}"/>
              </a:ext>
            </a:extLst>
          </p:cNvPr>
          <p:cNvSpPr/>
          <p:nvPr userDrawn="1"/>
        </p:nvSpPr>
        <p:spPr>
          <a:xfrm>
            <a:off x="0" y="6513513"/>
            <a:ext cx="850900" cy="3444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14" name="Zástupný text 9" descr="Hlavní myšlenka">
            <a:extLst>
              <a:ext uri="{FF2B5EF4-FFF2-40B4-BE49-F238E27FC236}">
                <a16:creationId xmlns:a16="http://schemas.microsoft.com/office/drawing/2014/main" id="{E53589FD-A489-AF11-B86B-76496D4CE5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79630" y="5869854"/>
            <a:ext cx="8832738" cy="404125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contact</a:t>
            </a:r>
            <a:endParaRPr lang="cs-CZ"/>
          </a:p>
        </p:txBody>
      </p:sp>
      <p:sp>
        <p:nvSpPr>
          <p:cNvPr id="15" name="Zástupný text 9" descr="Hlavní myšlenka">
            <a:extLst>
              <a:ext uri="{FF2B5EF4-FFF2-40B4-BE49-F238E27FC236}">
                <a16:creationId xmlns:a16="http://schemas.microsoft.com/office/drawing/2014/main" id="{E253FA10-0EC7-60E1-8B09-6EAA07347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9630" y="4861341"/>
            <a:ext cx="8832738" cy="455613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32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GB"/>
              <a:t>Thank you for your attention.</a:t>
            </a: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18498DCE-C985-7EA5-2DFB-91A4BB3A4832}"/>
              </a:ext>
            </a:extLst>
          </p:cNvPr>
          <p:cNvSpPr txBox="1">
            <a:spLocks/>
          </p:cNvSpPr>
          <p:nvPr userDrawn="1"/>
        </p:nvSpPr>
        <p:spPr>
          <a:xfrm>
            <a:off x="-1" y="6492875"/>
            <a:ext cx="1642369" cy="365125"/>
          </a:xfrm>
          <a:prstGeom prst="rect">
            <a:avLst/>
          </a:prstGeom>
        </p:spPr>
        <p:txBody>
          <a:bodyPr rIns="0" bIns="90000" anchor="b"/>
          <a:lstStyle>
            <a:defPPr>
              <a:defRPr lang="cs-CZ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500" kern="1200" smtClean="0">
                <a:solidFill>
                  <a:schemeClr val="bg2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/>
              <a:t>PAGE</a:t>
            </a:r>
            <a:r>
              <a:rPr lang="en-US"/>
              <a:t> </a:t>
            </a:r>
            <a:fld id="{1ABCFF83-0968-4A19-895C-5CC5A6ECDA97}" type="slidenum">
              <a:rPr lang="cs-CZ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cs-CZ"/>
          </a:p>
          <a:p>
            <a:pPr>
              <a:defRPr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9417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8">
            <a:extLst>
              <a:ext uri="{FF2B5EF4-FFF2-40B4-BE49-F238E27FC236}">
                <a16:creationId xmlns:a16="http://schemas.microsoft.com/office/drawing/2014/main" id="{44DB86C2-AD46-D8B2-D52C-3DA095D29391}"/>
              </a:ext>
            </a:extLst>
          </p:cNvPr>
          <p:cNvSpPr/>
          <p:nvPr userDrawn="1"/>
        </p:nvSpPr>
        <p:spPr>
          <a:xfrm>
            <a:off x="10023475" y="0"/>
            <a:ext cx="2168525" cy="1096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18498DCE-C985-7EA5-2DFB-91A4BB3A4832}"/>
              </a:ext>
            </a:extLst>
          </p:cNvPr>
          <p:cNvSpPr txBox="1">
            <a:spLocks/>
          </p:cNvSpPr>
          <p:nvPr userDrawn="1"/>
        </p:nvSpPr>
        <p:spPr>
          <a:xfrm>
            <a:off x="-1" y="6492875"/>
            <a:ext cx="1642369" cy="365125"/>
          </a:xfrm>
          <a:prstGeom prst="rect">
            <a:avLst/>
          </a:prstGeom>
        </p:spPr>
        <p:txBody>
          <a:bodyPr rIns="0" bIns="90000" anchor="b"/>
          <a:lstStyle>
            <a:defPPr>
              <a:defRPr lang="cs-CZ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500" kern="1200" smtClean="0">
                <a:solidFill>
                  <a:schemeClr val="bg2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/>
              <a:t>PAGE</a:t>
            </a:r>
            <a:r>
              <a:rPr lang="en-US"/>
              <a:t> </a:t>
            </a:r>
            <a:fld id="{1ABCFF83-0968-4A19-895C-5CC5A6ECDA97}" type="slidenum">
              <a:rPr lang="cs-CZ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cs-CZ"/>
          </a:p>
          <a:p>
            <a:pPr>
              <a:defRPr/>
            </a:pPr>
            <a:endParaRPr lang="cs-CZ"/>
          </a:p>
        </p:txBody>
      </p:sp>
      <p:sp>
        <p:nvSpPr>
          <p:cNvPr id="19" name="Zástupný obsah 2">
            <a:extLst>
              <a:ext uri="{FF2B5EF4-FFF2-40B4-BE49-F238E27FC236}">
                <a16:creationId xmlns:a16="http://schemas.microsoft.com/office/drawing/2014/main" id="{54F0F323-2E44-34AA-CE3C-8EB09700CFAB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9303987" y="5020736"/>
            <a:ext cx="2513089" cy="809452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2"/>
              </a:buClr>
              <a:buSzPct val="150000"/>
              <a:buFont typeface="Courier New" panose="02070309020205020404" pitchFamily="49" charset="0"/>
              <a:buNone/>
              <a:defRPr lang="cs-CZ" sz="1400" kern="1200" dirty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179387" indent="0">
              <a:buNone/>
              <a:defRPr lang="cs-CZ" sz="1200" b="0" dirty="0">
                <a:latin typeface="Arial Nova" panose="020B0504020202020204" pitchFamily="34" charset="0"/>
              </a:defRPr>
            </a:lvl2pPr>
            <a:lvl3pPr marL="360362" indent="0">
              <a:buNone/>
              <a:defRPr lang="cs-CZ" sz="1100" b="0" dirty="0">
                <a:latin typeface="Arial Nova" panose="020B0504020202020204" pitchFamily="34" charset="0"/>
              </a:defRPr>
            </a:lvl3pPr>
            <a:lvl4pPr marL="539750" indent="0">
              <a:buNone/>
              <a:defRPr lang="cs-CZ" sz="1000" b="0" dirty="0">
                <a:latin typeface="Arial Nova" panose="020B0504020202020204" pitchFamily="34" charset="0"/>
              </a:defRPr>
            </a:lvl4pPr>
            <a:lvl5pPr>
              <a:defRPr lang="cs-CZ" sz="2900" b="1" dirty="0">
                <a:latin typeface="Arial Nova" panose="020B0504020202020204" pitchFamily="34" charset="0"/>
              </a:defRPr>
            </a:lvl5pPr>
          </a:lstStyle>
          <a:p>
            <a:pPr>
              <a:spcBef>
                <a:spcPts val="0"/>
              </a:spcBef>
            </a:pPr>
            <a:r>
              <a:rPr lang="en-US"/>
              <a:t>Click to edit the text</a:t>
            </a:r>
          </a:p>
          <a:p>
            <a:pPr lvl="1">
              <a:spcBef>
                <a:spcPts val="0"/>
              </a:spcBef>
            </a:pPr>
            <a:r>
              <a:rPr lang="en-US"/>
              <a:t>2nd level</a:t>
            </a:r>
          </a:p>
          <a:p>
            <a:pPr lvl="2">
              <a:spcBef>
                <a:spcPts val="0"/>
              </a:spcBef>
            </a:pPr>
            <a:r>
              <a:rPr lang="en-US"/>
              <a:t>3rd level</a:t>
            </a:r>
          </a:p>
          <a:p>
            <a:pPr lvl="3">
              <a:spcBef>
                <a:spcPts val="0"/>
              </a:spcBef>
            </a:pPr>
            <a:r>
              <a:rPr lang="en-US"/>
              <a:t>4th level</a:t>
            </a:r>
            <a:endParaRPr lang="cs-CZ"/>
          </a:p>
        </p:txBody>
      </p:sp>
      <p:sp>
        <p:nvSpPr>
          <p:cNvPr id="20" name="Zástupný obsah 2">
            <a:extLst>
              <a:ext uri="{FF2B5EF4-FFF2-40B4-BE49-F238E27FC236}">
                <a16:creationId xmlns:a16="http://schemas.microsoft.com/office/drawing/2014/main" id="{7A9DA26E-853A-3EA0-DE34-27949AF5D58F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3563683" y="5020736"/>
            <a:ext cx="2513089" cy="809452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2"/>
              </a:buClr>
              <a:buSzPct val="150000"/>
              <a:buFont typeface="Courier New" panose="02070309020205020404" pitchFamily="49" charset="0"/>
              <a:buNone/>
              <a:defRPr lang="cs-CZ" sz="1400" kern="1200" dirty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179387" indent="0">
              <a:buNone/>
              <a:defRPr lang="cs-CZ" sz="1200" b="0" dirty="0">
                <a:latin typeface="Arial Nova" panose="020B0504020202020204" pitchFamily="34" charset="0"/>
              </a:defRPr>
            </a:lvl2pPr>
            <a:lvl3pPr marL="360362" indent="0">
              <a:buNone/>
              <a:defRPr lang="cs-CZ" sz="1100" b="0" dirty="0">
                <a:latin typeface="Arial Nova" panose="020B0504020202020204" pitchFamily="34" charset="0"/>
              </a:defRPr>
            </a:lvl3pPr>
            <a:lvl4pPr marL="539750" indent="0">
              <a:buNone/>
              <a:defRPr lang="cs-CZ" sz="1000" b="0" dirty="0">
                <a:latin typeface="Arial Nova" panose="020B0504020202020204" pitchFamily="34" charset="0"/>
              </a:defRPr>
            </a:lvl4pPr>
            <a:lvl5pPr>
              <a:defRPr lang="cs-CZ" sz="2900" b="1" dirty="0">
                <a:latin typeface="Arial Nova" panose="020B0504020202020204" pitchFamily="34" charset="0"/>
              </a:defRPr>
            </a:lvl5pPr>
          </a:lstStyle>
          <a:p>
            <a:pPr>
              <a:spcBef>
                <a:spcPts val="0"/>
              </a:spcBef>
            </a:pPr>
            <a:r>
              <a:rPr lang="en-US"/>
              <a:t>Click to edit the text</a:t>
            </a:r>
          </a:p>
          <a:p>
            <a:pPr lvl="1">
              <a:spcBef>
                <a:spcPts val="0"/>
              </a:spcBef>
            </a:pPr>
            <a:r>
              <a:rPr lang="en-US"/>
              <a:t>2nd level</a:t>
            </a:r>
          </a:p>
          <a:p>
            <a:pPr lvl="2">
              <a:spcBef>
                <a:spcPts val="0"/>
              </a:spcBef>
            </a:pPr>
            <a:r>
              <a:rPr lang="en-US"/>
              <a:t>3rd level</a:t>
            </a:r>
          </a:p>
          <a:p>
            <a:pPr lvl="3">
              <a:spcBef>
                <a:spcPts val="0"/>
              </a:spcBef>
            </a:pPr>
            <a:r>
              <a:rPr lang="en-US"/>
              <a:t>4th level</a:t>
            </a:r>
            <a:endParaRPr lang="cs-CZ"/>
          </a:p>
        </p:txBody>
      </p:sp>
      <p:sp>
        <p:nvSpPr>
          <p:cNvPr id="21" name="Zástupný obsah 2">
            <a:extLst>
              <a:ext uri="{FF2B5EF4-FFF2-40B4-BE49-F238E27FC236}">
                <a16:creationId xmlns:a16="http://schemas.microsoft.com/office/drawing/2014/main" id="{8F55CC29-6493-3C3E-E1AE-4911CBC7E39A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693531" y="5020736"/>
            <a:ext cx="2513089" cy="809452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2"/>
              </a:buClr>
              <a:buSzPct val="150000"/>
              <a:buFont typeface="Courier New" panose="02070309020205020404" pitchFamily="49" charset="0"/>
              <a:buNone/>
              <a:defRPr lang="cs-CZ" sz="1400" kern="1200" dirty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179387" indent="0">
              <a:buNone/>
              <a:defRPr lang="cs-CZ" sz="1200" b="0" dirty="0">
                <a:latin typeface="Arial Nova" panose="020B0504020202020204" pitchFamily="34" charset="0"/>
              </a:defRPr>
            </a:lvl2pPr>
            <a:lvl3pPr marL="360362" indent="0">
              <a:buNone/>
              <a:defRPr lang="cs-CZ" sz="1100" b="0" dirty="0">
                <a:latin typeface="Arial Nova" panose="020B0504020202020204" pitchFamily="34" charset="0"/>
              </a:defRPr>
            </a:lvl3pPr>
            <a:lvl4pPr marL="539750" indent="0">
              <a:buNone/>
              <a:defRPr lang="cs-CZ" sz="1000" b="0" dirty="0">
                <a:latin typeface="Arial Nova" panose="020B0504020202020204" pitchFamily="34" charset="0"/>
              </a:defRPr>
            </a:lvl4pPr>
            <a:lvl5pPr>
              <a:defRPr lang="cs-CZ" sz="2900" b="1" dirty="0">
                <a:latin typeface="Arial Nova" panose="020B0504020202020204" pitchFamily="34" charset="0"/>
              </a:defRPr>
            </a:lvl5pPr>
          </a:lstStyle>
          <a:p>
            <a:pPr>
              <a:spcBef>
                <a:spcPts val="0"/>
              </a:spcBef>
            </a:pPr>
            <a:r>
              <a:rPr lang="en-US"/>
              <a:t>Click to edit the text</a:t>
            </a:r>
          </a:p>
          <a:p>
            <a:pPr lvl="1">
              <a:spcBef>
                <a:spcPts val="0"/>
              </a:spcBef>
            </a:pPr>
            <a:r>
              <a:rPr lang="en-US"/>
              <a:t>2nd level</a:t>
            </a:r>
          </a:p>
          <a:p>
            <a:pPr lvl="2">
              <a:spcBef>
                <a:spcPts val="0"/>
              </a:spcBef>
            </a:pPr>
            <a:r>
              <a:rPr lang="en-US"/>
              <a:t>3rd level</a:t>
            </a:r>
          </a:p>
          <a:p>
            <a:pPr lvl="3">
              <a:spcBef>
                <a:spcPts val="0"/>
              </a:spcBef>
            </a:pPr>
            <a:r>
              <a:rPr lang="en-US"/>
              <a:t>4th level</a:t>
            </a:r>
            <a:endParaRPr lang="cs-CZ"/>
          </a:p>
        </p:txBody>
      </p:sp>
      <p:sp>
        <p:nvSpPr>
          <p:cNvPr id="24" name="Zástupný obsah 2">
            <a:extLst>
              <a:ext uri="{FF2B5EF4-FFF2-40B4-BE49-F238E27FC236}">
                <a16:creationId xmlns:a16="http://schemas.microsoft.com/office/drawing/2014/main" id="{76FD3541-BC3A-FDE0-A532-23904A407DDE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433835" y="5020736"/>
            <a:ext cx="2513089" cy="809452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bg2"/>
              </a:buClr>
              <a:buSzPct val="150000"/>
              <a:buFont typeface="Courier New" panose="02070309020205020404" pitchFamily="49" charset="0"/>
              <a:buNone/>
              <a:defRPr lang="cs-CZ" sz="1400" kern="1200" dirty="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179387" indent="0">
              <a:buNone/>
              <a:defRPr lang="cs-CZ" sz="1200" b="0" dirty="0">
                <a:latin typeface="Arial Nova" panose="020B0504020202020204" pitchFamily="34" charset="0"/>
              </a:defRPr>
            </a:lvl2pPr>
            <a:lvl3pPr marL="360362" indent="0">
              <a:buNone/>
              <a:defRPr lang="cs-CZ" sz="1100" b="0" dirty="0">
                <a:latin typeface="Arial Nova" panose="020B0504020202020204" pitchFamily="34" charset="0"/>
              </a:defRPr>
            </a:lvl3pPr>
            <a:lvl4pPr marL="539750" indent="0">
              <a:buNone/>
              <a:defRPr lang="cs-CZ" sz="1000" b="0" dirty="0">
                <a:latin typeface="Arial Nova" panose="020B0504020202020204" pitchFamily="34" charset="0"/>
              </a:defRPr>
            </a:lvl4pPr>
            <a:lvl5pPr>
              <a:defRPr lang="cs-CZ" sz="2900" b="1" dirty="0">
                <a:latin typeface="Arial Nova" panose="020B0504020202020204" pitchFamily="34" charset="0"/>
              </a:defRPr>
            </a:lvl5pPr>
          </a:lstStyle>
          <a:p>
            <a:pPr>
              <a:spcBef>
                <a:spcPts val="0"/>
              </a:spcBef>
            </a:pPr>
            <a:r>
              <a:rPr lang="en-US"/>
              <a:t>Click to edit the text</a:t>
            </a:r>
          </a:p>
          <a:p>
            <a:pPr lvl="1">
              <a:spcBef>
                <a:spcPts val="0"/>
              </a:spcBef>
            </a:pPr>
            <a:r>
              <a:rPr lang="en-US"/>
              <a:t>2nd level</a:t>
            </a:r>
          </a:p>
          <a:p>
            <a:pPr lvl="2">
              <a:spcBef>
                <a:spcPts val="0"/>
              </a:spcBef>
            </a:pPr>
            <a:r>
              <a:rPr lang="en-US"/>
              <a:t>3rd level</a:t>
            </a:r>
          </a:p>
          <a:p>
            <a:pPr lvl="3">
              <a:spcBef>
                <a:spcPts val="0"/>
              </a:spcBef>
            </a:pPr>
            <a:r>
              <a:rPr lang="en-US"/>
              <a:t>4th level</a:t>
            </a:r>
            <a:endParaRPr lang="cs-CZ"/>
          </a:p>
        </p:txBody>
      </p:sp>
      <p:pic>
        <p:nvPicPr>
          <p:cNvPr id="3" name="Obrázek 11">
            <a:extLst>
              <a:ext uri="{FF2B5EF4-FFF2-40B4-BE49-F238E27FC236}">
                <a16:creationId xmlns:a16="http://schemas.microsoft.com/office/drawing/2014/main" id="{46542114-2294-11AC-64DD-2212BCB839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73" r="9264"/>
          <a:stretch>
            <a:fillRect/>
          </a:stretch>
        </p:blipFill>
        <p:spPr bwMode="auto">
          <a:xfrm>
            <a:off x="3581400" y="961551"/>
            <a:ext cx="50292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Zástupný text 9" descr="Hlavní myšlenka">
            <a:extLst>
              <a:ext uri="{FF2B5EF4-FFF2-40B4-BE49-F238E27FC236}">
                <a16:creationId xmlns:a16="http://schemas.microsoft.com/office/drawing/2014/main" id="{B65FB5A0-9771-1B12-BAAA-D846046D12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9630" y="4136709"/>
            <a:ext cx="8832738" cy="404125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www.sotio.com</a:t>
            </a:r>
            <a:endParaRPr lang="cs-CZ"/>
          </a:p>
        </p:txBody>
      </p:sp>
      <p:sp>
        <p:nvSpPr>
          <p:cNvPr id="6" name="Zástupný text 9" descr="Hlavní myšlenka">
            <a:extLst>
              <a:ext uri="{FF2B5EF4-FFF2-40B4-BE49-F238E27FC236}">
                <a16:creationId xmlns:a16="http://schemas.microsoft.com/office/drawing/2014/main" id="{BF79A38C-AC27-A41B-22FF-21C11A8304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9630" y="3201193"/>
            <a:ext cx="8832738" cy="455613"/>
          </a:xfrm>
        </p:spPr>
        <p:txBody>
          <a:bodyPr lIns="0" tIns="0" rIns="0" bIns="0" anchor="b">
            <a:normAutofit/>
          </a:bodyPr>
          <a:lstStyle>
            <a:lvl1pPr marL="0" indent="0" algn="ctr">
              <a:buNone/>
              <a:defRPr sz="3200" i="1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GB"/>
              <a:t>Connecting patients and science.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3239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8">
            <a:extLst>
              <a:ext uri="{FF2B5EF4-FFF2-40B4-BE49-F238E27FC236}">
                <a16:creationId xmlns:a16="http://schemas.microsoft.com/office/drawing/2014/main" id="{44DB86C2-AD46-D8B2-D52C-3DA095D29391}"/>
              </a:ext>
            </a:extLst>
          </p:cNvPr>
          <p:cNvSpPr/>
          <p:nvPr userDrawn="1"/>
        </p:nvSpPr>
        <p:spPr>
          <a:xfrm>
            <a:off x="10023475" y="0"/>
            <a:ext cx="2168525" cy="1096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4" name="Obdélník 2">
            <a:extLst>
              <a:ext uri="{FF2B5EF4-FFF2-40B4-BE49-F238E27FC236}">
                <a16:creationId xmlns:a16="http://schemas.microsoft.com/office/drawing/2014/main" id="{C1BDD08E-29A1-8752-94E7-67B8B0114DA1}"/>
              </a:ext>
            </a:extLst>
          </p:cNvPr>
          <p:cNvSpPr/>
          <p:nvPr userDrawn="1"/>
        </p:nvSpPr>
        <p:spPr>
          <a:xfrm>
            <a:off x="0" y="6513513"/>
            <a:ext cx="850900" cy="3444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18498DCE-C985-7EA5-2DFB-91A4BB3A4832}"/>
              </a:ext>
            </a:extLst>
          </p:cNvPr>
          <p:cNvSpPr txBox="1">
            <a:spLocks/>
          </p:cNvSpPr>
          <p:nvPr userDrawn="1"/>
        </p:nvSpPr>
        <p:spPr>
          <a:xfrm>
            <a:off x="-1" y="6492875"/>
            <a:ext cx="1642369" cy="365125"/>
          </a:xfrm>
          <a:prstGeom prst="rect">
            <a:avLst/>
          </a:prstGeom>
        </p:spPr>
        <p:txBody>
          <a:bodyPr rIns="0" bIns="90000" anchor="b"/>
          <a:lstStyle>
            <a:defPPr>
              <a:defRPr lang="cs-CZ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500" kern="1200" smtClean="0">
                <a:solidFill>
                  <a:schemeClr val="bg2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/>
              <a:t>PAGE</a:t>
            </a:r>
            <a:r>
              <a:rPr lang="en-US"/>
              <a:t> </a:t>
            </a:r>
            <a:fld id="{1ABCFF83-0968-4A19-895C-5CC5A6ECDA97}" type="slidenum">
              <a:rPr lang="cs-CZ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cs-CZ"/>
          </a:p>
          <a:p>
            <a:pPr>
              <a:defRPr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39450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A39E-F416-E095-1A0C-28CC51B38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35F2C-EABB-33DA-4BB4-AD1DC7180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92515-8A60-2AE4-D84C-2EE67E53C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18D4B-9ADB-4152-93AE-AE492DE679D6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CCDDC-B743-8069-06BC-1A30DA18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3516E-AF21-78F1-F476-D9C29ACE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4FB0-1EEB-45B7-AC93-08440DF62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74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4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Zástupný nadpis 1">
            <a:extLst>
              <a:ext uri="{FF2B5EF4-FFF2-40B4-BE49-F238E27FC236}">
                <a16:creationId xmlns:a16="http://schemas.microsoft.com/office/drawing/2014/main" id="{F5DC64E1-C20F-C0BE-AABB-E3C30ACAD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312738"/>
            <a:ext cx="1156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cs-CZ"/>
              <a:t>Click to edit style</a:t>
            </a:r>
            <a:r>
              <a:rPr lang="cs-CZ" altLang="cs-CZ"/>
              <a:t>.</a:t>
            </a:r>
          </a:p>
        </p:txBody>
      </p:sp>
      <p:sp>
        <p:nvSpPr>
          <p:cNvPr id="1027" name="Zástupný text 2">
            <a:extLst>
              <a:ext uri="{FF2B5EF4-FFF2-40B4-BE49-F238E27FC236}">
                <a16:creationId xmlns:a16="http://schemas.microsoft.com/office/drawing/2014/main" id="{B41D6BD6-880B-2DB3-63BE-C8534AD840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5913" y="1684338"/>
            <a:ext cx="11560175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 err="1"/>
              <a:t>Click</a:t>
            </a:r>
            <a:r>
              <a:rPr lang="cs-CZ" altLang="cs-CZ"/>
              <a:t> to </a:t>
            </a:r>
            <a:r>
              <a:rPr lang="cs-CZ" altLang="cs-CZ" err="1"/>
              <a:t>edit</a:t>
            </a:r>
            <a:r>
              <a:rPr lang="cs-CZ" altLang="cs-CZ"/>
              <a:t> style.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pic>
        <p:nvPicPr>
          <p:cNvPr id="1031" name="Obrázek 11">
            <a:extLst>
              <a:ext uri="{FF2B5EF4-FFF2-40B4-BE49-F238E27FC236}">
                <a16:creationId xmlns:a16="http://schemas.microsoft.com/office/drawing/2014/main" id="{2F014DD9-BDB6-91DB-615F-B67E3B0AC7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0" y="0"/>
            <a:ext cx="1079500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32E7713D-9664-55B8-C924-190BE09A57E5}"/>
              </a:ext>
            </a:extLst>
          </p:cNvPr>
          <p:cNvSpPr txBox="1">
            <a:spLocks/>
          </p:cNvSpPr>
          <p:nvPr/>
        </p:nvSpPr>
        <p:spPr>
          <a:xfrm>
            <a:off x="-1" y="6492875"/>
            <a:ext cx="1642369" cy="365125"/>
          </a:xfrm>
          <a:prstGeom prst="rect">
            <a:avLst/>
          </a:prstGeom>
        </p:spPr>
        <p:txBody>
          <a:bodyPr rIns="0" bIns="90000" anchor="b"/>
          <a:lstStyle>
            <a:defPPr>
              <a:defRPr lang="cs-CZ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500" kern="1200" smtClean="0">
                <a:solidFill>
                  <a:schemeClr val="bg2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/>
              <a:t>PAGE</a:t>
            </a:r>
            <a:r>
              <a:rPr lang="en-US"/>
              <a:t> </a:t>
            </a:r>
            <a:fld id="{1ABCFF83-0968-4A19-895C-5CC5A6ECDA97}" type="slidenum">
              <a:rPr lang="cs-CZ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cs-CZ"/>
          </a:p>
          <a:p>
            <a:pPr>
              <a:defRPr/>
            </a:pPr>
            <a:endParaRPr lang="cs-CZ"/>
          </a:p>
        </p:txBody>
      </p:sp>
      <p:sp>
        <p:nvSpPr>
          <p:cNvPr id="2" name="Zástupný symbol pro zápatí 3">
            <a:extLst>
              <a:ext uri="{FF2B5EF4-FFF2-40B4-BE49-F238E27FC236}">
                <a16:creationId xmlns:a16="http://schemas.microsoft.com/office/drawing/2014/main" id="{7BAC98DB-61D5-4648-E171-FADB0F4361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57787" y="6614905"/>
            <a:ext cx="1876424" cy="9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cs-CZ" altLang="cs-CZ" sz="500">
                <a:solidFill>
                  <a:schemeClr val="bg2"/>
                </a:solidFill>
                <a:latin typeface="Arial Nova" panose="020B0504020202020204" pitchFamily="34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814" r:id="rId2"/>
    <p:sldLayoutId id="2147483800" r:id="rId3"/>
    <p:sldLayoutId id="2147483741" r:id="rId4"/>
    <p:sldLayoutId id="2147483773" r:id="rId5"/>
    <p:sldLayoutId id="2147483781" r:id="rId6"/>
    <p:sldLayoutId id="2147483801" r:id="rId7"/>
    <p:sldLayoutId id="2147483802" r:id="rId8"/>
    <p:sldLayoutId id="2147483782" r:id="rId9"/>
    <p:sldLayoutId id="2147483791" r:id="rId10"/>
    <p:sldLayoutId id="2147483803" r:id="rId11"/>
    <p:sldLayoutId id="2147483797" r:id="rId12"/>
    <p:sldLayoutId id="2147483804" r:id="rId13"/>
    <p:sldLayoutId id="2147483786" r:id="rId14"/>
    <p:sldLayoutId id="2147483805" r:id="rId15"/>
    <p:sldLayoutId id="2147483785" r:id="rId16"/>
    <p:sldLayoutId id="2147483806" r:id="rId17"/>
    <p:sldLayoutId id="2147483792" r:id="rId18"/>
    <p:sldLayoutId id="2147483807" r:id="rId19"/>
    <p:sldLayoutId id="2147483779" r:id="rId20"/>
    <p:sldLayoutId id="2147483780" r:id="rId21"/>
    <p:sldLayoutId id="2147483787" r:id="rId22"/>
    <p:sldLayoutId id="2147483808" r:id="rId23"/>
    <p:sldLayoutId id="2147483775" r:id="rId24"/>
    <p:sldLayoutId id="2147483809" r:id="rId25"/>
    <p:sldLayoutId id="2147483796" r:id="rId26"/>
    <p:sldLayoutId id="2147483810" r:id="rId27"/>
    <p:sldLayoutId id="2147483776" r:id="rId28"/>
    <p:sldLayoutId id="2147483811" r:id="rId29"/>
    <p:sldLayoutId id="2147483794" r:id="rId30"/>
    <p:sldLayoutId id="2147483813" r:id="rId31"/>
    <p:sldLayoutId id="2147483795" r:id="rId32"/>
    <p:sldLayoutId id="2147483777" r:id="rId33"/>
    <p:sldLayoutId id="2147483812" r:id="rId34"/>
    <p:sldLayoutId id="2147483798" r:id="rId35"/>
    <p:sldLayoutId id="2147483799" r:id="rId36"/>
    <p:sldLayoutId id="2147483818" r:id="rId37"/>
    <p:sldLayoutId id="2147483823" r:id="rId38"/>
    <p:sldLayoutId id="2147483845" r:id="rId39"/>
    <p:sldLayoutId id="2147483847" r:id="rId40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Arial Nova" panose="020B0504020202020204" pitchFamily="34" charset="0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Arial Nova" panose="020B05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Arial Nova" panose="020B05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Arial Nova" panose="020B05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Arial Nova" panose="020B05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Arial Nova" panose="020B05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Arial Nova" panose="020B05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Arial Nova" panose="020B05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Arial Nova" panose="020B0504020202020204" pitchFamily="34" charset="0"/>
        </a:defRPr>
      </a:lvl9pPr>
    </p:titleStyle>
    <p:bodyStyle>
      <a:lvl1pPr marL="266700" indent="-266700" algn="l" rtl="0" fontAlgn="base">
        <a:lnSpc>
          <a:spcPct val="90000"/>
        </a:lnSpc>
        <a:spcBef>
          <a:spcPts val="1000"/>
        </a:spcBef>
        <a:spcAft>
          <a:spcPct val="0"/>
        </a:spcAft>
        <a:buClr>
          <a:schemeClr val="bg2"/>
        </a:buClr>
        <a:buSzPct val="150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1pPr>
      <a:lvl2pPr marL="358775" indent="-179388" algn="l" rtl="0" fontAlgn="base">
        <a:lnSpc>
          <a:spcPct val="90000"/>
        </a:lnSpc>
        <a:spcBef>
          <a:spcPts val="500"/>
        </a:spcBef>
        <a:spcAft>
          <a:spcPct val="0"/>
        </a:spcAft>
        <a:buClr>
          <a:schemeClr val="bg2"/>
        </a:buClr>
        <a:buSzPct val="150000"/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2pPr>
      <a:lvl3pPr marL="539750" indent="-179388" algn="l" rtl="0" fontAlgn="base">
        <a:lnSpc>
          <a:spcPct val="90000"/>
        </a:lnSpc>
        <a:spcBef>
          <a:spcPts val="500"/>
        </a:spcBef>
        <a:spcAft>
          <a:spcPct val="0"/>
        </a:spcAft>
        <a:buClr>
          <a:schemeClr val="bg2"/>
        </a:buClr>
        <a:buSzPct val="15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3pPr>
      <a:lvl4pPr marL="719138" indent="-179388" algn="l" rtl="0" fontAlgn="base">
        <a:lnSpc>
          <a:spcPct val="90000"/>
        </a:lnSpc>
        <a:spcBef>
          <a:spcPts val="500"/>
        </a:spcBef>
        <a:spcAft>
          <a:spcPct val="0"/>
        </a:spcAft>
        <a:buClr>
          <a:schemeClr val="bg2"/>
        </a:buClr>
        <a:buSzPct val="150000"/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4pPr>
      <a:lvl5pPr marL="898525" indent="-179388" algn="l" rtl="0" fontAlgn="base">
        <a:lnSpc>
          <a:spcPct val="90000"/>
        </a:lnSpc>
        <a:spcBef>
          <a:spcPts val="500"/>
        </a:spcBef>
        <a:spcAft>
          <a:spcPct val="0"/>
        </a:spcAft>
        <a:buClr>
          <a:schemeClr val="bg2"/>
        </a:buClr>
        <a:buSzPct val="150000"/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5CCA-6ED2-4DC8-614C-C884D3C34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61246" y="706568"/>
            <a:ext cx="8723214" cy="2396202"/>
          </a:xfrm>
        </p:spPr>
        <p:txBody>
          <a:bodyPr/>
          <a:lstStyle/>
          <a:p>
            <a:r>
              <a:rPr lang="en-US" sz="3200" dirty="0"/>
              <a:t>Use of AI in preclinical development and target selection process</a:t>
            </a:r>
            <a:endParaRPr lang="en-GB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C1046-5C0E-AFD1-D00C-F31B1D58F8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985520"/>
            <a:r>
              <a:rPr lang="en-US" dirty="0">
                <a:latin typeface="Arial"/>
                <a:cs typeface="Arial"/>
              </a:rPr>
              <a:t>Journal Club</a:t>
            </a:r>
            <a:endParaRPr lang="en-US" dirty="0"/>
          </a:p>
          <a:p>
            <a:pPr marL="985520"/>
            <a:endParaRPr lang="en-GB" dirty="0"/>
          </a:p>
          <a:p>
            <a:pPr marL="985520"/>
            <a:r>
              <a:rPr lang="en-GB" dirty="0">
                <a:latin typeface="Arial"/>
                <a:cs typeface="Arial"/>
              </a:rPr>
              <a:t>22 June 2026</a:t>
            </a:r>
          </a:p>
        </p:txBody>
      </p:sp>
    </p:spTree>
    <p:extLst>
      <p:ext uri="{BB962C8B-B14F-4D97-AF65-F5344CB8AC3E}">
        <p14:creationId xmlns:p14="http://schemas.microsoft.com/office/powerpoint/2010/main" val="252126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9576AA-7976-B36D-91D5-13F80FED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4" y="280343"/>
            <a:ext cx="9674224" cy="341632"/>
          </a:xfrm>
        </p:spPr>
        <p:txBody>
          <a:bodyPr/>
          <a:lstStyle/>
          <a:p>
            <a:r>
              <a:rPr lang="en-US" dirty="0"/>
              <a:t>Agenda</a:t>
            </a:r>
            <a:endParaRPr lang="cs-C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02C24-BD7E-6949-9BB8-71428AF76A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77810-4904-F56B-16D4-BA7E40DE10CF}"/>
              </a:ext>
            </a:extLst>
          </p:cNvPr>
          <p:cNvSpPr txBox="1"/>
          <p:nvPr/>
        </p:nvSpPr>
        <p:spPr>
          <a:xfrm>
            <a:off x="508475" y="1478422"/>
            <a:ext cx="11335996" cy="4920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sz="2400" b="1"/>
              <a:t>Part 1 — How we do it at SOTIO</a:t>
            </a:r>
          </a:p>
          <a:p>
            <a:pPr indent="0" marL="0">
              <a:buNone/>
            </a:pPr>
            <a:r>
              <a:rPr sz="1800" b="0"/>
              <a:t>    The New Targets team and our problem</a:t>
            </a:r>
          </a:p>
          <a:p>
            <a:pPr indent="0" marL="0">
              <a:buNone/>
            </a:pPr>
            <a:r>
              <a:rPr sz="1800" b="0"/>
              <a:t>    Kraken: our target discovery platform</a:t>
            </a:r>
          </a:p>
          <a:p>
            <a:pPr indent="0" marL="0">
              <a:buNone/>
            </a:pPr>
            <a:r>
              <a:rPr sz="1800" b="0"/>
              <a:t>    Where AI enters the workflow</a:t>
            </a:r>
          </a:p>
          <a:p>
            <a:pPr indent="0" marL="0">
              <a:buNone/>
            </a:pPr>
            <a:r>
              <a:rPr sz="1800" b="0"/>
              <a:t>    Results and outlook</a:t>
            </a:r>
          </a:p>
          <a:p>
            <a:pPr indent="0" marL="0">
              <a:buNone/>
            </a:pPr>
            <a:r>
              <a:rPr sz="1200" b="0"/>
              <a:t/>
            </a:r>
          </a:p>
          <a:p>
            <a:pPr indent="0" marL="0">
              <a:buNone/>
            </a:pPr>
            <a:r>
              <a:rPr sz="2400" b="1"/>
              <a:t>Part 2 — How the field does it</a:t>
            </a:r>
          </a:p>
          <a:p>
            <a:pPr indent="0" marL="0">
              <a:buNone/>
            </a:pPr>
            <a:r>
              <a:rPr sz="1800" b="0"/>
              <a:t>    Why AI now, and where it plays in the preclinical pipeline</a:t>
            </a:r>
          </a:p>
          <a:p>
            <a:pPr indent="0" marL="0">
              <a:buNone/>
            </a:pPr>
            <a:r>
              <a:rPr sz="1800" b="0"/>
              <a:t>    From hype to clinic — and the limits</a:t>
            </a:r>
          </a:p>
        </p:txBody>
      </p:sp>
    </p:spTree>
    <p:extLst>
      <p:ext uri="{BB962C8B-B14F-4D97-AF65-F5344CB8AC3E}">
        <p14:creationId xmlns:p14="http://schemas.microsoft.com/office/powerpoint/2010/main" val="2269192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5F2AF3-9F0D-748E-0298-FD6815E1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BF65EA-6415-143C-EC73-2340A4B740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0874E1-3080-7253-C34E-77CF27C00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6" name="Picture 5" descr="Data Science Venn Diagram 3 Overlapping Circles. Computer Science, it ...">
            <a:extLst>
              <a:ext uri="{FF2B5EF4-FFF2-40B4-BE49-F238E27FC236}">
                <a16:creationId xmlns:a16="http://schemas.microsoft.com/office/drawing/2014/main" id="{431EF9EE-089D-C8C5-32B8-7205156E9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89" t="9378" r="8618" b="5471"/>
          <a:stretch>
            <a:fillRect/>
          </a:stretch>
        </p:blipFill>
        <p:spPr>
          <a:xfrm>
            <a:off x="542924" y="1294688"/>
            <a:ext cx="4760008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ECF3-197E-892E-7012-D286C975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73A7C-7DEA-A8C8-0226-CDCCFB960E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705C8-458F-7A0D-E123-39ADD8294C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1851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379347C-1EFE-42D7-7235-6D0033A70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237" y="1077394"/>
            <a:ext cx="9431427" cy="443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CE4A8C-C23A-48BC-F504-A1577483AD3E}"/>
              </a:ext>
            </a:extLst>
          </p:cNvPr>
          <p:cNvSpPr/>
          <p:nvPr/>
        </p:nvSpPr>
        <p:spPr>
          <a:xfrm>
            <a:off x="6832315" y="4885362"/>
            <a:ext cx="1674687" cy="472611"/>
          </a:xfrm>
          <a:prstGeom prst="rect">
            <a:avLst/>
          </a:prstGeom>
          <a:solidFill>
            <a:srgbClr val="090909"/>
          </a:solidFill>
          <a:ln>
            <a:solidFill>
              <a:srgbClr val="09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6167350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The New Targets / Data Science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i="1">
                <a:solidFill>
                  <a:srgbClr val="AAAAAA"/>
                </a:solidFill>
              </a:rPr>
              <a:t>[Team photos &amp; roles — to be added by Flo]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Part 1: How we do it at SOTIO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Our task — and the requirements a good target must satisfy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Highly expressed on tumor cells, NOT on healthy tissue. The single biggest determinant of ADC safety.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Surface-exposed, internalises into the cell, can carry an antibody-drug payload — not every protein fits.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Targets crowded with 20+ programs are hard to differentiate. We want freedom-to-operate or a clearly novel angle.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Enough patients in our priority indications to make a clinical programme viable.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Therapeutic window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Competitive landscape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Druggability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Patient population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260414_New_Targets_Quarterly_Program_Review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Part 1 —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600"/>
              <a:t>AI doesn't replace the scientists — it lets us ask 100x more questions in the same time.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AI today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Scale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AI tomorrow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pPr indent="0" marL="0">
              <a:buNone/>
            </a:pPr>
            <a:r>
              <a:rPr b="0" sz="1800"/>
              <a:t>What Kraken delivers today, and what AI added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9" name="Content Placeholder 8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sz="1300"/>
              <a:t>Predictive ML on ~5,000 clinical ADC programs. Active-learning loop: predictions → wet-lab → refined model. Bispecific outcomes via transfer learning.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pPr indent="0" marL="0">
              <a:buNone/>
            </a:pPr>
            <a:r>
              <a:rPr sz="1300"/>
              <a:t>Claude + Gemini Deep Research triage literature for ADC suitability. Knowledge Base populated automatically, scientists validate. Claude reached 73.7% agreement with scientists.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pPr indent="0" marL="0">
              <a:buNone/>
            </a:pPr>
            <a:r>
              <a:rPr sz="1300"/>
              <a:t>~6 million possible target pairs · 25+ metrics each · automated, reproducible, run-centric DuckDB store. What used to take weeks per pair now runs overnight.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Part 2: How the field does 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Why this matters — drug discovery is hard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600"/>
              <a:t>The promise of AI in preclinical work: better odds, earlier, cheaper.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2200">
                <a:solidFill>
                  <a:srgbClr val="008EC8"/>
                </a:solidFill>
              </a:rPr>
              <a:t>~$2.6 billion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b="1" sz="2200">
                <a:solidFill>
                  <a:srgbClr val="008EC8"/>
                </a:solidFill>
              </a:rPr>
              <a:t>10 – 15 years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pPr indent="0" marL="0">
              <a:buNone/>
            </a:pPr>
            <a:r>
              <a:rPr b="1" sz="2200">
                <a:solidFill>
                  <a:srgbClr val="008EC8"/>
                </a:solidFill>
              </a:rPr>
              <a:t>~90% failure rate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Average cost to bring a single new drug to market (DiMasi et al., 2016).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From the first biological idea to an approved medicine.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3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Of candidates that enter clinical trials, most fail in Phase II for efficacy or safety.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The preclinical pipeline — and where AI plays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1255471" y="1463040"/>
            <a:ext cx="548640" cy="548640"/>
          </a:xfrm>
          <a:prstGeom prst="ellipse">
            <a:avLst/>
          </a:prstGeom>
          <a:solidFill>
            <a:srgbClr val="008EC8"/>
          </a:solidFill>
          <a:ln>
            <a:solidFill>
              <a:srgbClr val="008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21451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Target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214518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</a:rPr>
              <a:t>Find a biological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weak point in the disease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2145182" cy="1691640"/>
          </a:xfrm>
          <a:prstGeom prst="roundRect">
            <a:avLst/>
          </a:prstGeom>
          <a:solidFill>
            <a:srgbClr val="2E8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example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Mining omics +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literature for new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disease drivers</a:t>
            </a:r>
          </a:p>
        </p:txBody>
      </p:sp>
      <p:sp>
        <p:nvSpPr>
          <p:cNvPr id="8" name="Oval 7"/>
          <p:cNvSpPr/>
          <p:nvPr/>
        </p:nvSpPr>
        <p:spPr>
          <a:xfrm>
            <a:off x="3537813" y="1463040"/>
            <a:ext cx="548640" cy="548640"/>
          </a:xfrm>
          <a:prstGeom prst="ellipse">
            <a:avLst/>
          </a:prstGeom>
          <a:solidFill>
            <a:srgbClr val="008EC8"/>
          </a:solidFill>
          <a:ln>
            <a:solidFill>
              <a:srgbClr val="008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9542" y="2148840"/>
            <a:ext cx="21451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Target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9542" y="2606040"/>
            <a:ext cx="214518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</a:rPr>
              <a:t>Prove modulating it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helps patients safely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9542" y="3931920"/>
            <a:ext cx="2145182" cy="1691640"/>
          </a:xfrm>
          <a:prstGeom prst="roundRect">
            <a:avLst/>
          </a:prstGeom>
          <a:solidFill>
            <a:srgbClr val="2E8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example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Predicting safety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liabilities from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expression data</a:t>
            </a:r>
          </a:p>
        </p:txBody>
      </p:sp>
      <p:sp>
        <p:nvSpPr>
          <p:cNvPr id="12" name="Oval 11"/>
          <p:cNvSpPr/>
          <p:nvPr/>
        </p:nvSpPr>
        <p:spPr>
          <a:xfrm>
            <a:off x="5820156" y="1463040"/>
            <a:ext cx="548640" cy="548640"/>
          </a:xfrm>
          <a:prstGeom prst="ellipse">
            <a:avLst/>
          </a:prstGeom>
          <a:solidFill>
            <a:srgbClr val="008EC8"/>
          </a:solidFill>
          <a:ln>
            <a:solidFill>
              <a:srgbClr val="008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1884" y="2148840"/>
            <a:ext cx="21451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Hit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1884" y="2606040"/>
            <a:ext cx="214518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</a:rPr>
              <a:t>Find molecules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that engage the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1884" y="3931920"/>
            <a:ext cx="2145182" cy="1691640"/>
          </a:xfrm>
          <a:prstGeom prst="roundRect">
            <a:avLst/>
          </a:prstGeom>
          <a:solidFill>
            <a:srgbClr val="2E8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example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Virtual screening of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millions of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compounds</a:t>
            </a:r>
          </a:p>
        </p:txBody>
      </p:sp>
      <p:sp>
        <p:nvSpPr>
          <p:cNvPr id="16" name="Oval 15"/>
          <p:cNvSpPr/>
          <p:nvPr/>
        </p:nvSpPr>
        <p:spPr>
          <a:xfrm>
            <a:off x="8102498" y="1463040"/>
            <a:ext cx="548640" cy="548640"/>
          </a:xfrm>
          <a:prstGeom prst="ellipse">
            <a:avLst/>
          </a:prstGeom>
          <a:solidFill>
            <a:srgbClr val="008EC8"/>
          </a:solidFill>
          <a:ln>
            <a:solidFill>
              <a:srgbClr val="008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4227" y="2148840"/>
            <a:ext cx="21451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Lead Optimisation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4227" y="2606040"/>
            <a:ext cx="214518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</a:rPr>
              <a:t>Tune potency, selectivity,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drug-like properties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227" y="3931920"/>
            <a:ext cx="2145182" cy="1691640"/>
          </a:xfrm>
          <a:prstGeom prst="roundRect">
            <a:avLst/>
          </a:prstGeom>
          <a:solidFill>
            <a:srgbClr val="2E8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example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Generative design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of better drug-like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molecules</a:t>
            </a:r>
          </a:p>
        </p:txBody>
      </p:sp>
      <p:sp>
        <p:nvSpPr>
          <p:cNvPr id="20" name="Oval 19"/>
          <p:cNvSpPr/>
          <p:nvPr/>
        </p:nvSpPr>
        <p:spPr>
          <a:xfrm>
            <a:off x="10384840" y="1463040"/>
            <a:ext cx="548640" cy="548640"/>
          </a:xfrm>
          <a:prstGeom prst="ellipse">
            <a:avLst/>
          </a:prstGeom>
          <a:solidFill>
            <a:srgbClr val="008EC8"/>
          </a:solidFill>
          <a:ln>
            <a:solidFill>
              <a:srgbClr val="008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6569" y="2148840"/>
            <a:ext cx="21451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Candidate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6569" y="2606040"/>
            <a:ext cx="214518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</a:rPr>
              <a:t>Pick the one molecule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to take into the clinic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6569" y="3931920"/>
            <a:ext cx="2145182" cy="1691640"/>
          </a:xfrm>
          <a:prstGeom prst="roundRect">
            <a:avLst/>
          </a:prstGeom>
          <a:solidFill>
            <a:srgbClr val="2E8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example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Predicting clinical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risk from preclinical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AI now contributes meaningfully at every stage of this pipeline.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Why AI in drug discovery — and why 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600"/>
              <a:t>Tasks that used to take a year of bench work can now be triaged in days.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Biological data at scale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Compute and specialised hardware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Mature ML models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Genomes, transcriptomes, proteomes, single-cell, imaging, real-world clinical data — orders of magnitude more than ten years ago.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GPUs and cloud infrastructure make training and running large models routine, not a special project.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3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Transformer architectures and protein foundation models (AlphaFold, ESM, etc.) cracked problems that were considered unsolved.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AI for target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Combine RNA, DNA, protein, single-cell data to find genes uniquely active in disease. This is essentially what Kraken does for surface proteins.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Reason over millions of papers, trials and databases to surface non-obvious links between genes, pathways and diseases.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Deep learning on cell-microscopy images detects subtle, drug-relevant phenotypes humans miss.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Real-world clinical data — EHRs, biobanks — reveals which genes predict outcomes or treatment resistance.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Multi-omics integration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Image-based phenotyping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Knowledge graphs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Patient data mining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indent="0" marL="0">
              <a:buNone/>
            </a:pPr>
            <a:r>
              <a:t>Out of ~20,000 human genes, which one should we drug?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AI for target validation and prioritisation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Is the target genetically or causally linked to the disease in patients — not just in cell lines?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Predict on-target toxicity: where else is the protein expressed? AI models flag risky tissues early.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Can a small molecule, antibody or ADC actually engage this target? Structure-based AI scores this.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Is this target already being chased? AI mines patents, trials and pipelines automatically.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Disease relevance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Druggability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Safety window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Competitive landscape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indent="0" marL="0">
              <a:buNone/>
            </a:pPr>
            <a:r>
              <a:t>From a long list of hypotheses to a ranked short list worth wet-lab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AI for designing the molecule itself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Predict the 3D shape of any protein from its amino-acid sequence — in minutes.</a:t>
            </a:r>
          </a:p>
          <a:p>
            <a:pPr indent="0" marL="0">
              <a:buNone/>
            </a:pPr>
            <a:r>
              <a:rPr sz="1400"/>
              <a:t>Why it matters: structure is what drugs grab onto. Until 2021, getting a structure could take years and millions of euros.</a:t>
            </a:r>
          </a:p>
          <a:p>
            <a:pPr indent="0" marL="0">
              <a:buNone/>
            </a:pPr>
            <a:r>
              <a:rPr sz="1400"/>
              <a:t>Impact: 200M+ predicted structures freely available — essentially all known proteins.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Instead of screening millions of existing molecules, ask the model: design something that fits this pocket.</a:t>
            </a:r>
          </a:p>
          <a:p>
            <a:pPr indent="0" marL="0">
              <a:buNone/>
            </a:pPr>
            <a:r>
              <a:rPr sz="1400"/>
              <a:t>What it enables: custom-designed antibodies and small molecules; chemical space that nature never made.</a:t>
            </a:r>
          </a:p>
          <a:p>
            <a:pPr indent="0" marL="0">
              <a:buNone/>
            </a:pPr>
            <a:r>
              <a:rPr sz="1400"/>
              <a:t>Reality check: the designs still need to be made and tested — but a much smaller, smarter set than before.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Predicting protein structure  ·  AlphaFold, RoseTTAFold, ESMFold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Generating new molecules  ·  RFdiffusion, generative chemistry models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From hype to clinic — it's already happening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Fibrosis drug — target identified AND molecule designed by AI. Reached Phase II in record time.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Spin-off from AlphaFold. Multi-billion-euro partnerships with Novartis and Eli Lilly.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Image- and ML-driven discovery platforms. Multiple AI-designed molecules in clinical trials.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Knowledge-graph-driven target discovery. Identified baricitinib as a COVID-19 treatment in days.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Insilico Medicine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Recursion / Exscientia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Isomorphic Labs (DeepMind)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BenevolentAI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indent="0" marL="0">
              <a:buNone/>
            </a:pPr>
            <a:r>
              <a:t>A few illustrative public examples — not exhaustive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A realistic view — what AI can't do (yet)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Models are only as good as the biology they were trained on. Rare diseases and novel modalities have thin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AI finds patterns. Whether modulating a target actually helps patients still needs experiments and trials.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An impressive prediction is not a drug. Most AI-suggested targets and molecules still fail in the wet lab.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Training data over-represents well-studied genes (kinases, GPCRs). True novelty is harder than it looks.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Data is the bottleneck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The validation gap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Correlation is not causation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/>
              <a:t>Bias toward known biology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indent="0" marL="0">
              <a:buNone/>
            </a:pPr>
            <a:r>
              <a:t>Knowing the limits is what separates serious applications from hype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Where this is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Foundation models for biology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Closed-loop labs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Patient-specific targets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One model that understands DNA, proteins, cells and chemistry together — fine-tuned for each task.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AI proposes → robotic labs test → results retrain the model. Discovery cycles in days, not years.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31"/>
          </p:nvPr>
        </p:nvSpPr>
        <p:spPr/>
        <p:txBody>
          <a:bodyPr/>
          <a:lstStyle/>
          <a:p>
            <a:pPr indent="0" marL="0">
              <a:buNone/>
            </a:pPr>
            <a:r>
              <a:rPr sz="1400"/>
              <a:t>Therapies designed against the biology of an individual tumour or patient — true precision oncology.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marL="0">
              <a:buNone/>
            </a:pPr>
            <a:r>
              <a:t>Take-aways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600"/>
              <a:t>Questions and discussion to follow.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Already working at SOTIO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Collaboration tool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pPr indent="0" marL="0">
              <a:buNone/>
            </a:pPr>
            <a:r>
              <a:rPr b="1" sz="1800">
                <a:solidFill>
                  <a:srgbClr val="008EC8"/>
                </a:solidFill>
              </a:rPr>
              <a:t>What's next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pPr indent="0" marL="0">
              <a:buNone/>
            </a:pPr>
            <a:r>
              <a:rPr b="0" sz="1800"/>
              <a:t>Three things to remember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9" name="Content Placeholder 8"/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indent="0" marL="0">
              <a:buNone/>
            </a:pPr>
            <a:r>
              <a:rPr sz="1300"/>
              <a:t>Predictive ML on ADC outcomes, and tighter feedback loops between in-silico predictions and wet-lab validation.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pPr indent="0" marL="0">
              <a:buNone/>
            </a:pPr>
            <a:r>
              <a:rPr sz="1300"/>
              <a:t>Kraken operationalises this for bispecific ADC target discovery. The AI-assisted literature review delivered a validated shortlist faster than would have been possible otherwise.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pPr indent="0" marL="0">
              <a:buNone/>
            </a:pPr>
            <a:r>
              <a:rPr sz="1300"/>
              <a:t>AI in preclinical work is most powerful as a co-pilot. The best results come from combining domain experts with the right model on the right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otio_2025">
  <a:themeElements>
    <a:clrScheme name="Sotio">
      <a:dk1>
        <a:sysClr val="windowText" lastClr="000000"/>
      </a:dk1>
      <a:lt1>
        <a:sysClr val="window" lastClr="FFFFFF"/>
      </a:lt1>
      <a:dk2>
        <a:srgbClr val="001489"/>
      </a:dk2>
      <a:lt2>
        <a:srgbClr val="00A9E0"/>
      </a:lt2>
      <a:accent1>
        <a:srgbClr val="A5D7F0"/>
      </a:accent1>
      <a:accent2>
        <a:srgbClr val="D8EC91"/>
      </a:accent2>
      <a:accent3>
        <a:srgbClr val="B7EBD4"/>
      </a:accent3>
      <a:accent4>
        <a:srgbClr val="FFC0F5"/>
      </a:accent4>
      <a:accent5>
        <a:srgbClr val="DB8BA9"/>
      </a:accent5>
      <a:accent6>
        <a:srgbClr val="9AB9CE"/>
      </a:accent6>
      <a:hlink>
        <a:srgbClr val="007367"/>
      </a:hlink>
      <a:folHlink>
        <a:srgbClr val="009CA6"/>
      </a:folHlink>
    </a:clrScheme>
    <a:fontScheme name="Vlastní 1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tio Template V7" id="{0AF111C6-0DA6-A14C-A234-F424E54BA9CF}" vid="{E47CA082-6396-734A-A726-A205659EA8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ad5b26-f613-426d-9a63-604a8099f878">
      <Terms xmlns="http://schemas.microsoft.com/office/infopath/2007/PartnerControls"/>
    </lcf76f155ced4ddcb4097134ff3c332f>
    <TaxCatchAll xmlns="632782e1-cbb1-4c90-8d1b-d00d62dc78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5AC2BA6ABEBE4EB0DF3DA3ACE28F6C" ma:contentTypeVersion="13" ma:contentTypeDescription="Create a new document." ma:contentTypeScope="" ma:versionID="a22dd3ff1b349df13faa5ab8a8fb80d4">
  <xsd:schema xmlns:xsd="http://www.w3.org/2001/XMLSchema" xmlns:xs="http://www.w3.org/2001/XMLSchema" xmlns:p="http://schemas.microsoft.com/office/2006/metadata/properties" xmlns:ns2="48ad5b26-f613-426d-9a63-604a8099f878" xmlns:ns3="632782e1-cbb1-4c90-8d1b-d00d62dc7832" targetNamespace="http://schemas.microsoft.com/office/2006/metadata/properties" ma:root="true" ma:fieldsID="4e78cddfe9e5bce563ae779e803e3e29" ns2:_="" ns3:_="">
    <xsd:import namespace="48ad5b26-f613-426d-9a63-604a8099f878"/>
    <xsd:import namespace="632782e1-cbb1-4c90-8d1b-d00d62dc78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ad5b26-f613-426d-9a63-604a8099f8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7fb654f3-08a4-410b-8470-7a03d2808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82e1-cbb1-4c90-8d1b-d00d62dc7832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34bc55e-cdbf-4b0f-9be8-ccc8ae251099}" ma:internalName="TaxCatchAll" ma:showField="CatchAllData" ma:web="632782e1-cbb1-4c90-8d1b-d00d62dc78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3CB517-5D7E-48D8-A4B4-03F699297F28}">
  <ds:schemaRefs>
    <ds:schemaRef ds:uri="http://schemas.microsoft.com/office/2006/metadata/properties"/>
    <ds:schemaRef ds:uri="http://purl.org/dc/elements/1.1/"/>
    <ds:schemaRef ds:uri="http://purl.org/dc/dcmitype/"/>
    <ds:schemaRef ds:uri="48ad5b26-f613-426d-9a63-604a8099f878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632782e1-cbb1-4c90-8d1b-d00d62dc7832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B27553D-05F1-47F3-A28A-7E69B065CC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713630-868A-436F-9D25-FBEFA4C3D2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ad5b26-f613-426d-9a63-604a8099f878"/>
    <ds:schemaRef ds:uri="632782e1-cbb1-4c90-8d1b-d00d62dc78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59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Arial Nova</vt:lpstr>
      <vt:lpstr>Arial Nova Cond</vt:lpstr>
      <vt:lpstr>Courier New</vt:lpstr>
      <vt:lpstr>Georgia</vt:lpstr>
      <vt:lpstr>Segoe UI</vt:lpstr>
      <vt:lpstr>1_Sotio_2025</vt:lpstr>
      <vt:lpstr>Use of AI in preclinical development and target selection process</vt:lpstr>
      <vt:lpstr>Agenda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Steegmaier Martin</dc:creator>
  <cp:lastModifiedBy>Wessel Florian</cp:lastModifiedBy>
  <cp:revision>2</cp:revision>
  <cp:lastPrinted>2025-01-20T15:19:36Z</cp:lastPrinted>
  <dcterms:created xsi:type="dcterms:W3CDTF">2024-08-13T10:22:18Z</dcterms:created>
  <dcterms:modified xsi:type="dcterms:W3CDTF">2026-05-21T08:34:47Z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1717330973</vt:i4>
  </property>
  <property fmtid="{D5CDD505-2E9C-101B-9397-08002B2CF9AE}" pid="3" name="_NewReviewCycle">
    <vt:lpwstr/>
  </property>
  <property fmtid="{D5CDD505-2E9C-101B-9397-08002B2CF9AE}" pid="4" name="_EmailSubject">
    <vt:lpwstr>new ppt template</vt:lpwstr>
  </property>
  <property fmtid="{D5CDD505-2E9C-101B-9397-08002B2CF9AE}" pid="5" name="_AuthorEmail">
    <vt:lpwstr>kapsa@sotio.com</vt:lpwstr>
  </property>
  <property fmtid="{D5CDD505-2E9C-101B-9397-08002B2CF9AE}" pid="6" name="_AuthorEmailDisplayName">
    <vt:lpwstr>Kapsa Richard</vt:lpwstr>
  </property>
  <property fmtid="{D5CDD505-2E9C-101B-9397-08002B2CF9AE}" pid="7" name="_PreviousAdHocReviewCycleID">
    <vt:i4>979323838</vt:i4>
  </property>
  <property fmtid="{D5CDD505-2E9C-101B-9397-08002B2CF9AE}" pid="8" name="ContentTypeId">
    <vt:lpwstr>0x010100085AC2BA6ABEBE4EB0DF3DA3ACE28F6C</vt:lpwstr>
  </property>
  <property fmtid="{D5CDD505-2E9C-101B-9397-08002B2CF9AE}" pid="9" name="MSIP_Label_63341d97-14c9-4aa0-be13-7a4e611063e7_Enabled">
    <vt:lpwstr>true</vt:lpwstr>
  </property>
  <property fmtid="{D5CDD505-2E9C-101B-9397-08002B2CF9AE}" pid="10" name="MSIP_Label_63341d97-14c9-4aa0-be13-7a4e611063e7_SetDate">
    <vt:lpwstr>2025-04-07T15:25:27Z</vt:lpwstr>
  </property>
  <property fmtid="{D5CDD505-2E9C-101B-9397-08002B2CF9AE}" pid="11" name="MSIP_Label_63341d97-14c9-4aa0-be13-7a4e611063e7_Method">
    <vt:lpwstr>Privileged</vt:lpwstr>
  </property>
  <property fmtid="{D5CDD505-2E9C-101B-9397-08002B2CF9AE}" pid="12" name="MSIP_Label_63341d97-14c9-4aa0-be13-7a4e611063e7_Name">
    <vt:lpwstr>general-not-protected</vt:lpwstr>
  </property>
  <property fmtid="{D5CDD505-2E9C-101B-9397-08002B2CF9AE}" pid="13" name="MSIP_Label_63341d97-14c9-4aa0-be13-7a4e611063e7_SiteId">
    <vt:lpwstr>5ae9dff0-8701-47f6-a00b-343f3cd6bc20</vt:lpwstr>
  </property>
  <property fmtid="{D5CDD505-2E9C-101B-9397-08002B2CF9AE}" pid="14" name="MSIP_Label_63341d97-14c9-4aa0-be13-7a4e611063e7_ActionId">
    <vt:lpwstr>2d257ead-31f8-4ce9-9bf8-1fb893bf9d2d</vt:lpwstr>
  </property>
  <property fmtid="{D5CDD505-2E9C-101B-9397-08002B2CF9AE}" pid="15" name="MSIP_Label_63341d97-14c9-4aa0-be13-7a4e611063e7_ContentBits">
    <vt:lpwstr>0</vt:lpwstr>
  </property>
  <property fmtid="{D5CDD505-2E9C-101B-9397-08002B2CF9AE}" pid="16" name="MSIP_Label_63341d97-14c9-4aa0-be13-7a4e611063e7_Tag">
    <vt:lpwstr>10, 0, 1, 1</vt:lpwstr>
  </property>
  <property fmtid="{D5CDD505-2E9C-101B-9397-08002B2CF9AE}" pid="17" name="MediaServiceImageTags">
    <vt:lpwstr/>
  </property>
</Properties>
</file>